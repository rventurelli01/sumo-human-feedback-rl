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686" r:id="rId5"/>
  </p:sldMasterIdLst>
  <p:notesMasterIdLst>
    <p:notesMasterId r:id="rId37"/>
  </p:notesMasterIdLst>
  <p:sldIdLst>
    <p:sldId id="266" r:id="rId6"/>
    <p:sldId id="269" r:id="rId7"/>
    <p:sldId id="270" r:id="rId8"/>
    <p:sldId id="298" r:id="rId9"/>
    <p:sldId id="293" r:id="rId10"/>
    <p:sldId id="294" r:id="rId11"/>
    <p:sldId id="271" r:id="rId12"/>
    <p:sldId id="259" r:id="rId13"/>
    <p:sldId id="289" r:id="rId14"/>
    <p:sldId id="288" r:id="rId15"/>
    <p:sldId id="295" r:id="rId16"/>
    <p:sldId id="287" r:id="rId17"/>
    <p:sldId id="277" r:id="rId18"/>
    <p:sldId id="260" r:id="rId19"/>
    <p:sldId id="273" r:id="rId20"/>
    <p:sldId id="261" r:id="rId21"/>
    <p:sldId id="274" r:id="rId22"/>
    <p:sldId id="272" r:id="rId23"/>
    <p:sldId id="281" r:id="rId24"/>
    <p:sldId id="283" r:id="rId25"/>
    <p:sldId id="282" r:id="rId26"/>
    <p:sldId id="284" r:id="rId27"/>
    <p:sldId id="296" r:id="rId28"/>
    <p:sldId id="275" r:id="rId29"/>
    <p:sldId id="262" r:id="rId30"/>
    <p:sldId id="285" r:id="rId31"/>
    <p:sldId id="286" r:id="rId32"/>
    <p:sldId id="264" r:id="rId33"/>
    <p:sldId id="280" r:id="rId34"/>
    <p:sldId id="279" r:id="rId35"/>
    <p:sldId id="276" r:id="rId36"/>
  </p:sldIdLst>
  <p:sldSz cx="12192000" cy="6858000"/>
  <p:notesSz cx="6858000" cy="9144000"/>
  <p:embeddedFontLst>
    <p:embeddedFont>
      <p:font typeface="Manrope" panose="020B0604020202020204" charset="0"/>
      <p:regular r:id="rId38"/>
      <p:bold r:id="rId39"/>
      <p:italic r:id="rId40"/>
      <p:boldItalic r:id="rId41"/>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F3F3"/>
    <a:srgbClr val="102C53"/>
    <a:srgbClr val="E3E6EB"/>
    <a:srgbClr val="D2D7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Stile medio 4 - Colore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ile medio 4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FABFCF23-3B69-468F-B69F-88F6DE6A72F2}" styleName="Stile medio 1 - Colore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08" autoAdjust="0"/>
    <p:restoredTop sz="94660"/>
  </p:normalViewPr>
  <p:slideViewPr>
    <p:cSldViewPr snapToGrid="0" showGuides="1">
      <p:cViewPr varScale="1">
        <p:scale>
          <a:sx n="114" d="100"/>
          <a:sy n="114" d="100"/>
        </p:scale>
        <p:origin x="654" y="120"/>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2.fntdata"/><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font" Target="fonts/font1.fntdata"/><Relationship Id="rId20" Type="http://schemas.openxmlformats.org/officeDocument/2006/relationships/slide" Target="slides/slide15.xml"/><Relationship Id="rId41" Type="http://schemas.openxmlformats.org/officeDocument/2006/relationships/font" Target="fonts/font4.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Foglio1!$B$1</c:f>
              <c:strCache>
                <c:ptCount val="1"/>
                <c:pt idx="0">
                  <c:v>Serie 1</c:v>
                </c:pt>
              </c:strCache>
            </c:strRef>
          </c:tx>
          <c:spPr>
            <a:solidFill>
              <a:schemeClr val="accent1"/>
            </a:solidFill>
            <a:ln>
              <a:noFill/>
            </a:ln>
            <a:effectLst/>
          </c:spPr>
          <c:invertIfNegative val="0"/>
          <c:cat>
            <c:strRef>
              <c:f>Foglio1!$A$2:$A$5</c:f>
              <c:strCache>
                <c:ptCount val="4"/>
                <c:pt idx="0">
                  <c:v>Categoria 1</c:v>
                </c:pt>
                <c:pt idx="1">
                  <c:v>Categoria 2</c:v>
                </c:pt>
                <c:pt idx="2">
                  <c:v>Categoria 3</c:v>
                </c:pt>
                <c:pt idx="3">
                  <c:v>Categoria 4</c:v>
                </c:pt>
              </c:strCache>
            </c:strRef>
          </c:cat>
          <c:val>
            <c:numRef>
              <c:f>Foglio1!$B$2:$B$5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03E-4C03-8A53-D2B10815BE7F}"/>
            </c:ext>
          </c:extLst>
        </c:ser>
        <c:ser>
          <c:idx val="1"/>
          <c:order val="1"/>
          <c:tx>
            <c:strRef>
              <c:f>Foglio1!$C$1</c:f>
              <c:strCache>
                <c:ptCount val="1"/>
                <c:pt idx="0">
                  <c:v>Serie 2</c:v>
                </c:pt>
              </c:strCache>
            </c:strRef>
          </c:tx>
          <c:spPr>
            <a:solidFill>
              <a:schemeClr val="accent2"/>
            </a:solidFill>
            <a:ln>
              <a:noFill/>
            </a:ln>
            <a:effectLst/>
          </c:spPr>
          <c:invertIfNegative val="0"/>
          <c:cat>
            <c:strRef>
              <c:f>Foglio1!$A$2:$A$5</c:f>
              <c:strCache>
                <c:ptCount val="4"/>
                <c:pt idx="0">
                  <c:v>Categoria 1</c:v>
                </c:pt>
                <c:pt idx="1">
                  <c:v>Categoria 2</c:v>
                </c:pt>
                <c:pt idx="2">
                  <c:v>Categoria 3</c:v>
                </c:pt>
                <c:pt idx="3">
                  <c:v>Categoria 4</c:v>
                </c:pt>
              </c:strCache>
            </c:strRef>
          </c:cat>
          <c:val>
            <c:numRef>
              <c:f>Foglio1!$C$2:$C$5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03E-4C03-8A53-D2B10815BE7F}"/>
            </c:ext>
          </c:extLst>
        </c:ser>
        <c:ser>
          <c:idx val="2"/>
          <c:order val="2"/>
          <c:tx>
            <c:strRef>
              <c:f>Foglio1!$D$1</c:f>
              <c:strCache>
                <c:ptCount val="1"/>
                <c:pt idx="0">
                  <c:v>Serie 3</c:v>
                </c:pt>
              </c:strCache>
            </c:strRef>
          </c:tx>
          <c:spPr>
            <a:solidFill>
              <a:schemeClr val="accent5"/>
            </a:solidFill>
            <a:ln>
              <a:noFill/>
            </a:ln>
            <a:effectLst/>
          </c:spPr>
          <c:invertIfNegative val="0"/>
          <c:cat>
            <c:strRef>
              <c:f>Foglio1!$A$2:$A$5</c:f>
              <c:strCache>
                <c:ptCount val="4"/>
                <c:pt idx="0">
                  <c:v>Categoria 1</c:v>
                </c:pt>
                <c:pt idx="1">
                  <c:v>Categoria 2</c:v>
                </c:pt>
                <c:pt idx="2">
                  <c:v>Categoria 3</c:v>
                </c:pt>
                <c:pt idx="3">
                  <c:v>Categoria 4</c:v>
                </c:pt>
              </c:strCache>
            </c:strRef>
          </c:cat>
          <c:val>
            <c:numRef>
              <c:f>Foglio1!$D$2:$D$5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03E-4C03-8A53-D2B10815BE7F}"/>
            </c:ext>
          </c:extLst>
        </c:ser>
        <c:dLbls>
          <c:showLegendKey val="0"/>
          <c:showVal val="0"/>
          <c:showCatName val="0"/>
          <c:showSerName val="0"/>
          <c:showPercent val="0"/>
          <c:showBubbleSize val="0"/>
        </c:dLbls>
        <c:gapWidth val="219"/>
        <c:overlap val="-27"/>
        <c:axId val="117872704"/>
        <c:axId val="117870208"/>
      </c:barChart>
      <c:catAx>
        <c:axId val="1178727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17870208"/>
        <c:crosses val="autoZero"/>
        <c:auto val="1"/>
        <c:lblAlgn val="ctr"/>
        <c:lblOffset val="100"/>
        <c:noMultiLvlLbl val="0"/>
      </c:catAx>
      <c:valAx>
        <c:axId val="117870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178727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57541932350187"/>
          <c:y val="3.4948371723590152E-2"/>
          <c:w val="0.43027739564202838"/>
          <c:h val="0.93010325655281967"/>
        </c:manualLayout>
      </c:layout>
      <c:doughnutChart>
        <c:varyColors val="1"/>
        <c:ser>
          <c:idx val="0"/>
          <c:order val="0"/>
          <c:tx>
            <c:strRef>
              <c:f>Foglio1!$B$1</c:f>
              <c:strCache>
                <c:ptCount val="1"/>
                <c:pt idx="0">
                  <c:v>Vendite</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2-1A08-4726-94A1-C6AFCE19F281}"/>
              </c:ext>
            </c:extLst>
          </c:dPt>
          <c:dPt>
            <c:idx val="1"/>
            <c:bubble3D val="0"/>
            <c:spPr>
              <a:solidFill>
                <a:schemeClr val="accent2"/>
              </a:solidFill>
              <a:ln w="19050">
                <a:noFill/>
              </a:ln>
              <a:effectLst/>
            </c:spPr>
            <c:extLst>
              <c:ext xmlns:c16="http://schemas.microsoft.com/office/drawing/2014/chart" uri="{C3380CC4-5D6E-409C-BE32-E72D297353CC}">
                <c16:uniqueId val="{00000003-6D02-4F3F-9508-CA25BD22106D}"/>
              </c:ext>
            </c:extLst>
          </c:dPt>
          <c:dPt>
            <c:idx val="2"/>
            <c:bubble3D val="0"/>
            <c:spPr>
              <a:solidFill>
                <a:schemeClr val="accent3"/>
              </a:solidFill>
              <a:ln w="19050">
                <a:noFill/>
              </a:ln>
              <a:effectLst/>
            </c:spPr>
            <c:extLst>
              <c:ext xmlns:c16="http://schemas.microsoft.com/office/drawing/2014/chart" uri="{C3380CC4-5D6E-409C-BE32-E72D297353CC}">
                <c16:uniqueId val="{00000005-6D02-4F3F-9508-CA25BD22106D}"/>
              </c:ext>
            </c:extLst>
          </c:dPt>
          <c:dPt>
            <c:idx val="3"/>
            <c:bubble3D val="0"/>
            <c:spPr>
              <a:solidFill>
                <a:schemeClr val="accent4"/>
              </a:solidFill>
              <a:ln w="19050">
                <a:noFill/>
              </a:ln>
              <a:effectLst/>
            </c:spPr>
            <c:extLst>
              <c:ext xmlns:c16="http://schemas.microsoft.com/office/drawing/2014/chart" uri="{C3380CC4-5D6E-409C-BE32-E72D297353CC}">
                <c16:uniqueId val="{00000007-6D02-4F3F-9508-CA25BD22106D}"/>
              </c:ext>
            </c:extLst>
          </c:dPt>
          <c:dPt>
            <c:idx val="4"/>
            <c:bubble3D val="0"/>
            <c:spPr>
              <a:solidFill>
                <a:schemeClr val="accent5"/>
              </a:solidFill>
              <a:ln w="19050">
                <a:noFill/>
              </a:ln>
              <a:effectLst/>
            </c:spPr>
            <c:extLst>
              <c:ext xmlns:c16="http://schemas.microsoft.com/office/drawing/2014/chart" uri="{C3380CC4-5D6E-409C-BE32-E72D297353CC}">
                <c16:uniqueId val="{00000009-6D02-4F3F-9508-CA25BD22106D}"/>
              </c:ext>
            </c:extLst>
          </c:dPt>
          <c:cat>
            <c:strRef>
              <c:f>Foglio1!$A$2:$A$6</c:f>
              <c:strCache>
                <c:ptCount val="4"/>
                <c:pt idx="0">
                  <c:v>1° trim.</c:v>
                </c:pt>
                <c:pt idx="1">
                  <c:v>2° trim.</c:v>
                </c:pt>
                <c:pt idx="2">
                  <c:v>3° trim.</c:v>
                </c:pt>
                <c:pt idx="3">
                  <c:v>4° trim.</c:v>
                </c:pt>
              </c:strCache>
            </c:strRef>
          </c:cat>
          <c:val>
            <c:numRef>
              <c:f>Foglio1!$B$2:$B$6</c:f>
              <c:numCache>
                <c:formatCode>General</c:formatCode>
                <c:ptCount val="5"/>
                <c:pt idx="0">
                  <c:v>10</c:v>
                </c:pt>
                <c:pt idx="1">
                  <c:v>15</c:v>
                </c:pt>
                <c:pt idx="2">
                  <c:v>25</c:v>
                </c:pt>
                <c:pt idx="3">
                  <c:v>50</c:v>
                </c:pt>
              </c:numCache>
            </c:numRef>
          </c:val>
          <c:extLst>
            <c:ext xmlns:c16="http://schemas.microsoft.com/office/drawing/2014/chart" uri="{C3380CC4-5D6E-409C-BE32-E72D297353CC}">
              <c16:uniqueId val="{00000000-1A08-4726-94A1-C6AFCE19F28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A2F874-A982-4EC3-BD4B-BD59E32C66C1}" type="datetimeFigureOut">
              <a:rPr lang="it-IT" smtClean="0"/>
              <a:t>29/06/2026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062F2E-6FDF-4A6B-AB76-08EC33B12539}" type="slidenum">
              <a:rPr lang="it-IT" smtClean="0"/>
              <a:t>‹N›</a:t>
            </a:fld>
            <a:endParaRPr lang="it-IT"/>
          </a:p>
        </p:txBody>
      </p:sp>
    </p:spTree>
    <p:extLst>
      <p:ext uri="{BB962C8B-B14F-4D97-AF65-F5344CB8AC3E}">
        <p14:creationId xmlns:p14="http://schemas.microsoft.com/office/powerpoint/2010/main" val="1517886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dice_A">
    <p:bg>
      <p:bgPr>
        <a:solidFill>
          <a:srgbClr val="F3F3F3"/>
        </a:solidFill>
        <a:effectLst/>
      </p:bgPr>
    </p:bg>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0933319C-8AC5-4764-9981-AEA331D30C57}"/>
              </a:ext>
            </a:extLst>
          </p:cNvPr>
          <p:cNvSpPr/>
          <p:nvPr userDrawn="1"/>
        </p:nvSpPr>
        <p:spPr>
          <a:xfrm>
            <a:off x="0" y="0"/>
            <a:ext cx="285591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6847A823-6861-4ED7-916A-EB4BF5CE6D62}"/>
              </a:ext>
            </a:extLst>
          </p:cNvPr>
          <p:cNvSpPr>
            <a:spLocks noGrp="1"/>
          </p:cNvSpPr>
          <p:nvPr>
            <p:ph type="title"/>
          </p:nvPr>
        </p:nvSpPr>
        <p:spPr>
          <a:xfrm>
            <a:off x="334964" y="808073"/>
            <a:ext cx="2163688" cy="840083"/>
          </a:xfrm>
        </p:spPr>
        <p:txBody>
          <a:bodyPr/>
          <a:lstStyle>
            <a:lvl1pPr>
              <a:defRPr/>
            </a:lvl1pPr>
          </a:lstStyle>
          <a:p>
            <a:endParaRPr lang="it-IT" dirty="0"/>
          </a:p>
        </p:txBody>
      </p:sp>
      <p:sp>
        <p:nvSpPr>
          <p:cNvPr id="3" name="Segnaposto data 2">
            <a:extLst>
              <a:ext uri="{FF2B5EF4-FFF2-40B4-BE49-F238E27FC236}">
                <a16:creationId xmlns:a16="http://schemas.microsoft.com/office/drawing/2014/main" id="{C86D3BA3-83F0-4C02-8636-ACA6EA9DFFCA}"/>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7CB1FEA7-7590-4AD0-A0B1-4809206902FD}"/>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endParaRPr lang="it-IT" dirty="0"/>
          </a:p>
        </p:txBody>
      </p:sp>
      <p:sp>
        <p:nvSpPr>
          <p:cNvPr id="5" name="Segnaposto numero diapositiva 4">
            <a:extLst>
              <a:ext uri="{FF2B5EF4-FFF2-40B4-BE49-F238E27FC236}">
                <a16:creationId xmlns:a16="http://schemas.microsoft.com/office/drawing/2014/main" id="{F95199BD-4F67-4AA1-A795-95C0BF541294}"/>
              </a:ext>
            </a:extLst>
          </p:cNvPr>
          <p:cNvSpPr>
            <a:spLocks noGrp="1"/>
          </p:cNvSpPr>
          <p:nvPr>
            <p:ph type="sldNum" sz="quarter" idx="12"/>
          </p:nvPr>
        </p:nvSpPr>
        <p:spPr/>
        <p:txBody>
          <a:bodyPr/>
          <a:lstStyle/>
          <a:p>
            <a:fld id="{3135EEA2-8D42-4D46-95A6-66E65FDC5EB1}" type="slidenum">
              <a:rPr lang="it-IT" smtClean="0"/>
              <a:pPr/>
              <a:t>‹N›</a:t>
            </a:fld>
            <a:endParaRPr lang="it-IT"/>
          </a:p>
        </p:txBody>
      </p:sp>
      <p:sp>
        <p:nvSpPr>
          <p:cNvPr id="8" name="Segnaposto testo 7">
            <a:extLst>
              <a:ext uri="{FF2B5EF4-FFF2-40B4-BE49-F238E27FC236}">
                <a16:creationId xmlns:a16="http://schemas.microsoft.com/office/drawing/2014/main" id="{67325048-9832-400A-BAC7-02B5977E3E3F}"/>
              </a:ext>
            </a:extLst>
          </p:cNvPr>
          <p:cNvSpPr>
            <a:spLocks noGrp="1"/>
          </p:cNvSpPr>
          <p:nvPr>
            <p:ph type="body" sz="quarter" idx="13"/>
          </p:nvPr>
        </p:nvSpPr>
        <p:spPr>
          <a:xfrm>
            <a:off x="334963" y="2060575"/>
            <a:ext cx="2163762" cy="4429125"/>
          </a:xfrm>
        </p:spPr>
        <p:txBody>
          <a:bodyPr>
            <a:noAutofit/>
          </a:bodyPr>
          <a:lstStyle>
            <a:lvl1pPr>
              <a:defRPr sz="1400"/>
            </a:lvl1pPr>
            <a:lvl2pPr>
              <a:defRPr sz="1400"/>
            </a:lvl2pPr>
            <a:lvl3pPr>
              <a:defRPr sz="1400"/>
            </a:lvl3pPr>
            <a:lvl4pPr>
              <a:defRPr sz="1400"/>
            </a:lvl4pPr>
            <a:lvl5pPr>
              <a:defRPr sz="1400"/>
            </a:lvl5pPr>
          </a:lstStyle>
          <a:p>
            <a:pPr lvl="0"/>
            <a:endParaRPr lang="it-IT" dirty="0"/>
          </a:p>
        </p:txBody>
      </p:sp>
      <p:sp>
        <p:nvSpPr>
          <p:cNvPr id="9" name="Segnaposto testo 8">
            <a:extLst>
              <a:ext uri="{FF2B5EF4-FFF2-40B4-BE49-F238E27FC236}">
                <a16:creationId xmlns:a16="http://schemas.microsoft.com/office/drawing/2014/main" id="{2AF746B8-16B5-4251-938A-CD03C89D3CC0}"/>
              </a:ext>
            </a:extLst>
          </p:cNvPr>
          <p:cNvSpPr>
            <a:spLocks noGrp="1"/>
          </p:cNvSpPr>
          <p:nvPr>
            <p:ph type="body" sz="quarter" idx="15" hasCustomPrompt="1"/>
          </p:nvPr>
        </p:nvSpPr>
        <p:spPr>
          <a:xfrm>
            <a:off x="3216276" y="2060575"/>
            <a:ext cx="8640762" cy="4429125"/>
          </a:xfrm>
        </p:spPr>
        <p:txBody>
          <a:bodyPr>
            <a:noAutofit/>
          </a:bodyPr>
          <a:lstStyle>
            <a:lvl1pPr marL="342900" indent="-342900">
              <a:buFont typeface="+mj-lt"/>
              <a:buAutoNum type="arabicPeriod"/>
              <a:defRPr sz="1400" b="1">
                <a:solidFill>
                  <a:schemeClr val="tx2"/>
                </a:solidFill>
              </a:defRPr>
            </a:lvl1pPr>
            <a:lvl2pPr marL="360000" indent="0">
              <a:buFont typeface="+mj-lt"/>
              <a:buNone/>
              <a:defRPr sz="1400"/>
            </a:lvl2pPr>
            <a:lvl3pPr marL="1257300" indent="-3429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it-IT" dirty="0"/>
              <a:t>Titolo Sezione</a:t>
            </a:r>
          </a:p>
          <a:p>
            <a:pPr lvl="1"/>
            <a:r>
              <a:rPr lang="it-IT" dirty="0"/>
              <a:t>Titolo Capitolo</a:t>
            </a:r>
          </a:p>
          <a:p>
            <a:pPr lvl="1"/>
            <a:r>
              <a:rPr lang="it-IT" dirty="0"/>
              <a:t>Titolo Capitolo</a:t>
            </a:r>
          </a:p>
          <a:p>
            <a:pPr lvl="1"/>
            <a:endParaRPr lang="it-IT" dirty="0"/>
          </a:p>
          <a:p>
            <a:pPr lvl="0"/>
            <a:r>
              <a:rPr lang="it-IT" dirty="0"/>
              <a:t>Titolo Sezione</a:t>
            </a:r>
          </a:p>
          <a:p>
            <a:pPr lvl="1"/>
            <a:r>
              <a:rPr lang="it-IT" dirty="0"/>
              <a:t>Titolo Capitolo</a:t>
            </a:r>
          </a:p>
          <a:p>
            <a:pPr lvl="1"/>
            <a:r>
              <a:rPr lang="it-IT" dirty="0"/>
              <a:t>Titolo Capitolo</a:t>
            </a:r>
          </a:p>
          <a:p>
            <a:pPr lvl="1"/>
            <a:endParaRPr lang="it-IT" dirty="0"/>
          </a:p>
          <a:p>
            <a:pPr lvl="0"/>
            <a:r>
              <a:rPr lang="it-IT" dirty="0"/>
              <a:t>Titolo Sezione</a:t>
            </a:r>
          </a:p>
          <a:p>
            <a:pPr lvl="1"/>
            <a:r>
              <a:rPr lang="it-IT" dirty="0"/>
              <a:t>Titolo Capitolo</a:t>
            </a:r>
          </a:p>
          <a:p>
            <a:pPr lvl="1"/>
            <a:r>
              <a:rPr lang="it-IT" dirty="0"/>
              <a:t>Titolo Capitolo</a:t>
            </a:r>
          </a:p>
          <a:p>
            <a:pPr lvl="1"/>
            <a:endParaRPr lang="it-IT" dirty="0"/>
          </a:p>
          <a:p>
            <a:pPr lvl="1"/>
            <a:endParaRPr lang="it-IT" dirty="0"/>
          </a:p>
        </p:txBody>
      </p:sp>
    </p:spTree>
    <p:extLst>
      <p:ext uri="{BB962C8B-B14F-4D97-AF65-F5344CB8AC3E}">
        <p14:creationId xmlns:p14="http://schemas.microsoft.com/office/powerpoint/2010/main" val="881974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dice_B">
    <p:bg>
      <p:bgPr>
        <a:solidFill>
          <a:srgbClr val="F3F3F3"/>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F4CC49-BF64-4501-AD26-31299F38CC56}"/>
              </a:ext>
            </a:extLst>
          </p:cNvPr>
          <p:cNvSpPr>
            <a:spLocks noGrp="1"/>
          </p:cNvSpPr>
          <p:nvPr>
            <p:ph type="title" hasCustomPrompt="1"/>
          </p:nvPr>
        </p:nvSpPr>
        <p:spPr>
          <a:xfrm>
            <a:off x="334963" y="812652"/>
            <a:ext cx="11522075" cy="840083"/>
          </a:xfrm>
          <a:prstGeom prst="rect">
            <a:avLst/>
          </a:prstGeom>
        </p:spPr>
        <p:txBody>
          <a:bodyPr/>
          <a:lstStyle>
            <a:lvl1pPr>
              <a:defRPr/>
            </a:lvl1pPr>
          </a:lstStyle>
          <a:p>
            <a:r>
              <a:rPr lang="it-IT" dirty="0"/>
              <a:t>Indice</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‹N›</a:t>
            </a:fld>
            <a:endParaRPr lang="it-IT"/>
          </a:p>
        </p:txBody>
      </p:sp>
      <p:sp>
        <p:nvSpPr>
          <p:cNvPr id="8" name="Segnaposto testo 7">
            <a:extLst>
              <a:ext uri="{FF2B5EF4-FFF2-40B4-BE49-F238E27FC236}">
                <a16:creationId xmlns:a16="http://schemas.microsoft.com/office/drawing/2014/main" id="{D1CFA815-ACBE-4524-9331-D296F8E0F9B7}"/>
              </a:ext>
            </a:extLst>
          </p:cNvPr>
          <p:cNvSpPr>
            <a:spLocks noGrp="1"/>
          </p:cNvSpPr>
          <p:nvPr>
            <p:ph type="body" sz="quarter" idx="13" hasCustomPrompt="1"/>
          </p:nvPr>
        </p:nvSpPr>
        <p:spPr>
          <a:xfrm>
            <a:off x="334963" y="3054988"/>
            <a:ext cx="1890652" cy="332803"/>
          </a:xfrm>
        </p:spPr>
        <p:txBody>
          <a:bodyPr>
            <a:normAutofit/>
          </a:bodyPr>
          <a:lstStyle>
            <a:lvl1pPr>
              <a:defRPr sz="1400" b="1">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sezione</a:t>
            </a:r>
          </a:p>
        </p:txBody>
      </p:sp>
      <p:sp>
        <p:nvSpPr>
          <p:cNvPr id="9" name="Segnaposto testo 7">
            <a:extLst>
              <a:ext uri="{FF2B5EF4-FFF2-40B4-BE49-F238E27FC236}">
                <a16:creationId xmlns:a16="http://schemas.microsoft.com/office/drawing/2014/main" id="{75158ADB-01E3-4A38-A321-CD450AEEEFC4}"/>
              </a:ext>
            </a:extLst>
          </p:cNvPr>
          <p:cNvSpPr>
            <a:spLocks noGrp="1"/>
          </p:cNvSpPr>
          <p:nvPr>
            <p:ph type="body" sz="quarter" idx="14" hasCustomPrompt="1"/>
          </p:nvPr>
        </p:nvSpPr>
        <p:spPr>
          <a:xfrm>
            <a:off x="2498652" y="3054988"/>
            <a:ext cx="1890653" cy="332803"/>
          </a:xfrm>
        </p:spPr>
        <p:txBody>
          <a:bodyPr>
            <a:normAutofit/>
          </a:bodyPr>
          <a:lstStyle>
            <a:lvl1pPr>
              <a:defRPr sz="1400" b="1">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sezione</a:t>
            </a:r>
          </a:p>
        </p:txBody>
      </p:sp>
      <p:sp>
        <p:nvSpPr>
          <p:cNvPr id="10" name="Segnaposto testo 7">
            <a:extLst>
              <a:ext uri="{FF2B5EF4-FFF2-40B4-BE49-F238E27FC236}">
                <a16:creationId xmlns:a16="http://schemas.microsoft.com/office/drawing/2014/main" id="{C2B0DC0F-1C21-45C1-8F2A-00A6E1341864}"/>
              </a:ext>
            </a:extLst>
          </p:cNvPr>
          <p:cNvSpPr>
            <a:spLocks noGrp="1"/>
          </p:cNvSpPr>
          <p:nvPr>
            <p:ph type="body" sz="quarter" idx="15" hasCustomPrompt="1"/>
          </p:nvPr>
        </p:nvSpPr>
        <p:spPr>
          <a:xfrm>
            <a:off x="4662342" y="3054988"/>
            <a:ext cx="1890653" cy="332803"/>
          </a:xfrm>
        </p:spPr>
        <p:txBody>
          <a:bodyPr>
            <a:normAutofit/>
          </a:bodyPr>
          <a:lstStyle>
            <a:lvl1pPr>
              <a:defRPr sz="1400" b="1">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sezione</a:t>
            </a:r>
          </a:p>
        </p:txBody>
      </p:sp>
      <p:sp>
        <p:nvSpPr>
          <p:cNvPr id="11" name="Segnaposto testo 7">
            <a:extLst>
              <a:ext uri="{FF2B5EF4-FFF2-40B4-BE49-F238E27FC236}">
                <a16:creationId xmlns:a16="http://schemas.microsoft.com/office/drawing/2014/main" id="{76250419-1EAD-4278-97B7-1BA8F0752598}"/>
              </a:ext>
            </a:extLst>
          </p:cNvPr>
          <p:cNvSpPr>
            <a:spLocks noGrp="1"/>
          </p:cNvSpPr>
          <p:nvPr>
            <p:ph type="body" sz="quarter" idx="16" hasCustomPrompt="1"/>
          </p:nvPr>
        </p:nvSpPr>
        <p:spPr>
          <a:xfrm>
            <a:off x="6826032" y="3054988"/>
            <a:ext cx="1890653" cy="332803"/>
          </a:xfrm>
        </p:spPr>
        <p:txBody>
          <a:bodyPr>
            <a:normAutofit/>
          </a:bodyPr>
          <a:lstStyle>
            <a:lvl1pPr>
              <a:defRPr sz="1400" b="1">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sezione</a:t>
            </a:r>
          </a:p>
        </p:txBody>
      </p:sp>
      <p:sp>
        <p:nvSpPr>
          <p:cNvPr id="12" name="Segnaposto testo 7">
            <a:extLst>
              <a:ext uri="{FF2B5EF4-FFF2-40B4-BE49-F238E27FC236}">
                <a16:creationId xmlns:a16="http://schemas.microsoft.com/office/drawing/2014/main" id="{DCD9C49F-F44E-4E82-864B-742438DCAE60}"/>
              </a:ext>
            </a:extLst>
          </p:cNvPr>
          <p:cNvSpPr>
            <a:spLocks noGrp="1"/>
          </p:cNvSpPr>
          <p:nvPr>
            <p:ph type="body" sz="quarter" idx="17" hasCustomPrompt="1"/>
          </p:nvPr>
        </p:nvSpPr>
        <p:spPr>
          <a:xfrm>
            <a:off x="8989722" y="3054988"/>
            <a:ext cx="1890653" cy="332803"/>
          </a:xfrm>
        </p:spPr>
        <p:txBody>
          <a:bodyPr>
            <a:normAutofit/>
          </a:bodyPr>
          <a:lstStyle>
            <a:lvl1pPr>
              <a:defRPr sz="1400" b="1">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sezione</a:t>
            </a:r>
            <a:br>
              <a:rPr lang="it-IT" dirty="0"/>
            </a:br>
            <a:endParaRPr lang="it-IT" dirty="0"/>
          </a:p>
        </p:txBody>
      </p:sp>
      <p:sp>
        <p:nvSpPr>
          <p:cNvPr id="13" name="Segnaposto testo 7">
            <a:extLst>
              <a:ext uri="{FF2B5EF4-FFF2-40B4-BE49-F238E27FC236}">
                <a16:creationId xmlns:a16="http://schemas.microsoft.com/office/drawing/2014/main" id="{7F91CD7E-BBFD-483F-A271-EC1D28C8A87E}"/>
              </a:ext>
            </a:extLst>
          </p:cNvPr>
          <p:cNvSpPr>
            <a:spLocks noGrp="1"/>
          </p:cNvSpPr>
          <p:nvPr>
            <p:ph type="body" sz="quarter" idx="18" hasCustomPrompt="1"/>
          </p:nvPr>
        </p:nvSpPr>
        <p:spPr>
          <a:xfrm>
            <a:off x="334963" y="3736780"/>
            <a:ext cx="1890652" cy="1876932"/>
          </a:xfrm>
        </p:spPr>
        <p:txBody>
          <a:bodyPr>
            <a:normAutofit/>
          </a:bodyPr>
          <a:lstStyle>
            <a:lvl1pPr>
              <a:lnSpc>
                <a:spcPct val="150000"/>
              </a:lnSpc>
              <a:defRPr sz="1400" b="0">
                <a:solidFill>
                  <a:schemeClr val="tx1"/>
                </a:solidFill>
                <a:latin typeface="+mn-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lvl="0"/>
            <a:endParaRPr lang="it-IT" dirty="0"/>
          </a:p>
        </p:txBody>
      </p:sp>
      <p:sp>
        <p:nvSpPr>
          <p:cNvPr id="18" name="Segnaposto testo 7">
            <a:extLst>
              <a:ext uri="{FF2B5EF4-FFF2-40B4-BE49-F238E27FC236}">
                <a16:creationId xmlns:a16="http://schemas.microsoft.com/office/drawing/2014/main" id="{50290743-6926-46ED-BE46-501A4F78CC6E}"/>
              </a:ext>
            </a:extLst>
          </p:cNvPr>
          <p:cNvSpPr>
            <a:spLocks noGrp="1"/>
          </p:cNvSpPr>
          <p:nvPr>
            <p:ph type="body" sz="quarter" idx="23" hasCustomPrompt="1"/>
          </p:nvPr>
        </p:nvSpPr>
        <p:spPr>
          <a:xfrm rot="16200000">
            <a:off x="191706" y="2115912"/>
            <a:ext cx="776376" cy="665702"/>
          </a:xfrm>
        </p:spPr>
        <p:txBody>
          <a:bodyPr anchor="t">
            <a:noAutofit/>
          </a:bodyPr>
          <a:lstStyle>
            <a:lvl1pPr algn="r">
              <a:defRPr sz="4400" b="0">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01</a:t>
            </a:r>
          </a:p>
        </p:txBody>
      </p:sp>
      <p:sp>
        <p:nvSpPr>
          <p:cNvPr id="19" name="Segnaposto testo 7">
            <a:extLst>
              <a:ext uri="{FF2B5EF4-FFF2-40B4-BE49-F238E27FC236}">
                <a16:creationId xmlns:a16="http://schemas.microsoft.com/office/drawing/2014/main" id="{9AA91E9E-F4C5-4318-8BFC-5E627DF7F53E}"/>
              </a:ext>
            </a:extLst>
          </p:cNvPr>
          <p:cNvSpPr>
            <a:spLocks noGrp="1"/>
          </p:cNvSpPr>
          <p:nvPr>
            <p:ph type="body" sz="quarter" idx="24" hasCustomPrompt="1"/>
          </p:nvPr>
        </p:nvSpPr>
        <p:spPr>
          <a:xfrm rot="16200000">
            <a:off x="2324033" y="2115912"/>
            <a:ext cx="776376" cy="665702"/>
          </a:xfrm>
        </p:spPr>
        <p:txBody>
          <a:bodyPr anchor="t">
            <a:noAutofit/>
          </a:bodyPr>
          <a:lstStyle>
            <a:lvl1pPr algn="r">
              <a:defRPr sz="4400" b="0">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02</a:t>
            </a:r>
          </a:p>
        </p:txBody>
      </p:sp>
      <p:sp>
        <p:nvSpPr>
          <p:cNvPr id="20" name="Segnaposto testo 7">
            <a:extLst>
              <a:ext uri="{FF2B5EF4-FFF2-40B4-BE49-F238E27FC236}">
                <a16:creationId xmlns:a16="http://schemas.microsoft.com/office/drawing/2014/main" id="{D6F57CB6-9F04-49B6-939C-D13BA7FB06A8}"/>
              </a:ext>
            </a:extLst>
          </p:cNvPr>
          <p:cNvSpPr>
            <a:spLocks noGrp="1"/>
          </p:cNvSpPr>
          <p:nvPr>
            <p:ph type="body" sz="quarter" idx="25" hasCustomPrompt="1"/>
          </p:nvPr>
        </p:nvSpPr>
        <p:spPr>
          <a:xfrm rot="16200000">
            <a:off x="4515027" y="2115912"/>
            <a:ext cx="776376" cy="665702"/>
          </a:xfrm>
        </p:spPr>
        <p:txBody>
          <a:bodyPr anchor="t">
            <a:noAutofit/>
          </a:bodyPr>
          <a:lstStyle>
            <a:lvl1pPr algn="r">
              <a:defRPr sz="4400" b="0">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03</a:t>
            </a:r>
          </a:p>
        </p:txBody>
      </p:sp>
      <p:sp>
        <p:nvSpPr>
          <p:cNvPr id="21" name="Segnaposto testo 7">
            <a:extLst>
              <a:ext uri="{FF2B5EF4-FFF2-40B4-BE49-F238E27FC236}">
                <a16:creationId xmlns:a16="http://schemas.microsoft.com/office/drawing/2014/main" id="{6C01B50D-1661-4131-BCDF-441CC2214451}"/>
              </a:ext>
            </a:extLst>
          </p:cNvPr>
          <p:cNvSpPr>
            <a:spLocks noGrp="1"/>
          </p:cNvSpPr>
          <p:nvPr>
            <p:ph type="body" sz="quarter" idx="26" hasCustomPrompt="1"/>
          </p:nvPr>
        </p:nvSpPr>
        <p:spPr>
          <a:xfrm rot="16200000">
            <a:off x="6674762" y="2115912"/>
            <a:ext cx="776376" cy="665702"/>
          </a:xfrm>
        </p:spPr>
        <p:txBody>
          <a:bodyPr anchor="t">
            <a:noAutofit/>
          </a:bodyPr>
          <a:lstStyle>
            <a:lvl1pPr algn="r">
              <a:defRPr sz="4400" b="0">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04</a:t>
            </a:r>
          </a:p>
        </p:txBody>
      </p:sp>
      <p:sp>
        <p:nvSpPr>
          <p:cNvPr id="22" name="Segnaposto testo 7">
            <a:extLst>
              <a:ext uri="{FF2B5EF4-FFF2-40B4-BE49-F238E27FC236}">
                <a16:creationId xmlns:a16="http://schemas.microsoft.com/office/drawing/2014/main" id="{2D503613-5D8F-4B95-8EB3-13963149108F}"/>
              </a:ext>
            </a:extLst>
          </p:cNvPr>
          <p:cNvSpPr>
            <a:spLocks noGrp="1"/>
          </p:cNvSpPr>
          <p:nvPr>
            <p:ph type="body" sz="quarter" idx="27" hasCustomPrompt="1"/>
          </p:nvPr>
        </p:nvSpPr>
        <p:spPr>
          <a:xfrm rot="16200000">
            <a:off x="8846462" y="2115912"/>
            <a:ext cx="776376" cy="665702"/>
          </a:xfrm>
        </p:spPr>
        <p:txBody>
          <a:bodyPr anchor="t">
            <a:noAutofit/>
          </a:bodyPr>
          <a:lstStyle>
            <a:lvl1pPr algn="r">
              <a:defRPr sz="4400" b="0">
                <a:solidFill>
                  <a:schemeClr val="tx2"/>
                </a:solidFill>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05</a:t>
            </a:r>
          </a:p>
        </p:txBody>
      </p:sp>
      <p:sp>
        <p:nvSpPr>
          <p:cNvPr id="23" name="Segnaposto testo 7">
            <a:extLst>
              <a:ext uri="{FF2B5EF4-FFF2-40B4-BE49-F238E27FC236}">
                <a16:creationId xmlns:a16="http://schemas.microsoft.com/office/drawing/2014/main" id="{D6AE53A6-5645-44EC-B619-20693E3FE519}"/>
              </a:ext>
            </a:extLst>
          </p:cNvPr>
          <p:cNvSpPr>
            <a:spLocks noGrp="1"/>
          </p:cNvSpPr>
          <p:nvPr>
            <p:ph type="body" sz="quarter" idx="28" hasCustomPrompt="1"/>
          </p:nvPr>
        </p:nvSpPr>
        <p:spPr>
          <a:xfrm>
            <a:off x="2498652" y="3736780"/>
            <a:ext cx="1890652" cy="1876932"/>
          </a:xfrm>
        </p:spPr>
        <p:txBody>
          <a:bodyPr>
            <a:normAutofit/>
          </a:bodyPr>
          <a:lstStyle>
            <a:lvl1pPr>
              <a:lnSpc>
                <a:spcPct val="150000"/>
              </a:lnSpc>
              <a:defRPr sz="1400" b="0">
                <a:solidFill>
                  <a:schemeClr val="tx1"/>
                </a:solidFill>
                <a:latin typeface="+mn-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lvl="0"/>
            <a:endParaRPr lang="it-IT" dirty="0"/>
          </a:p>
        </p:txBody>
      </p:sp>
      <p:sp>
        <p:nvSpPr>
          <p:cNvPr id="24" name="Segnaposto testo 7">
            <a:extLst>
              <a:ext uri="{FF2B5EF4-FFF2-40B4-BE49-F238E27FC236}">
                <a16:creationId xmlns:a16="http://schemas.microsoft.com/office/drawing/2014/main" id="{26F8B43E-3092-43FC-A7B0-45C3ACC71E5B}"/>
              </a:ext>
            </a:extLst>
          </p:cNvPr>
          <p:cNvSpPr>
            <a:spLocks noGrp="1"/>
          </p:cNvSpPr>
          <p:nvPr>
            <p:ph type="body" sz="quarter" idx="29" hasCustomPrompt="1"/>
          </p:nvPr>
        </p:nvSpPr>
        <p:spPr>
          <a:xfrm>
            <a:off x="4662342" y="3736780"/>
            <a:ext cx="1890652" cy="1876932"/>
          </a:xfrm>
        </p:spPr>
        <p:txBody>
          <a:bodyPr>
            <a:normAutofit/>
          </a:bodyPr>
          <a:lstStyle>
            <a:lvl1pPr>
              <a:lnSpc>
                <a:spcPct val="150000"/>
              </a:lnSpc>
              <a:defRPr sz="1400" b="0">
                <a:solidFill>
                  <a:schemeClr val="tx1"/>
                </a:solidFill>
                <a:latin typeface="+mn-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lvl="0"/>
            <a:endParaRPr lang="it-IT" dirty="0"/>
          </a:p>
        </p:txBody>
      </p:sp>
      <p:sp>
        <p:nvSpPr>
          <p:cNvPr id="25" name="Segnaposto testo 7">
            <a:extLst>
              <a:ext uri="{FF2B5EF4-FFF2-40B4-BE49-F238E27FC236}">
                <a16:creationId xmlns:a16="http://schemas.microsoft.com/office/drawing/2014/main" id="{96EAA45D-80FC-4DF6-AC23-808A2DB73D45}"/>
              </a:ext>
            </a:extLst>
          </p:cNvPr>
          <p:cNvSpPr>
            <a:spLocks noGrp="1"/>
          </p:cNvSpPr>
          <p:nvPr>
            <p:ph type="body" sz="quarter" idx="30" hasCustomPrompt="1"/>
          </p:nvPr>
        </p:nvSpPr>
        <p:spPr>
          <a:xfrm>
            <a:off x="6826032" y="3736780"/>
            <a:ext cx="1890652" cy="1876932"/>
          </a:xfrm>
        </p:spPr>
        <p:txBody>
          <a:bodyPr>
            <a:normAutofit/>
          </a:bodyPr>
          <a:lstStyle>
            <a:lvl1pPr>
              <a:lnSpc>
                <a:spcPct val="150000"/>
              </a:lnSpc>
              <a:defRPr sz="1400" b="0">
                <a:solidFill>
                  <a:schemeClr val="tx1"/>
                </a:solidFill>
                <a:latin typeface="+mn-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lvl="0"/>
            <a:endParaRPr lang="it-IT" dirty="0"/>
          </a:p>
        </p:txBody>
      </p:sp>
      <p:sp>
        <p:nvSpPr>
          <p:cNvPr id="26" name="Segnaposto testo 7">
            <a:extLst>
              <a:ext uri="{FF2B5EF4-FFF2-40B4-BE49-F238E27FC236}">
                <a16:creationId xmlns:a16="http://schemas.microsoft.com/office/drawing/2014/main" id="{95E95A4E-A14D-4872-961D-4BFE57914A65}"/>
              </a:ext>
            </a:extLst>
          </p:cNvPr>
          <p:cNvSpPr>
            <a:spLocks noGrp="1"/>
          </p:cNvSpPr>
          <p:nvPr>
            <p:ph type="body" sz="quarter" idx="31" hasCustomPrompt="1"/>
          </p:nvPr>
        </p:nvSpPr>
        <p:spPr>
          <a:xfrm>
            <a:off x="8989722" y="3736780"/>
            <a:ext cx="1890652" cy="1876932"/>
          </a:xfrm>
        </p:spPr>
        <p:txBody>
          <a:bodyPr>
            <a:normAutofit/>
          </a:bodyPr>
          <a:lstStyle>
            <a:lvl1pPr>
              <a:lnSpc>
                <a:spcPct val="150000"/>
              </a:lnSpc>
              <a:defRPr sz="1400" b="0">
                <a:solidFill>
                  <a:schemeClr val="tx1"/>
                </a:solidFill>
                <a:latin typeface="+mn-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it-IT" dirty="0"/>
              <a:t>Titolo argomento</a:t>
            </a:r>
          </a:p>
          <a:p>
            <a:pPr lvl="0"/>
            <a:endParaRPr lang="it-IT" dirty="0"/>
          </a:p>
        </p:txBody>
      </p:sp>
    </p:spTree>
    <p:extLst>
      <p:ext uri="{BB962C8B-B14F-4D97-AF65-F5344CB8AC3E}">
        <p14:creationId xmlns:p14="http://schemas.microsoft.com/office/powerpoint/2010/main" val="2556153609"/>
      </p:ext>
    </p:extLst>
  </p:cSld>
  <p:clrMapOvr>
    <a:masterClrMapping/>
  </p:clrMapOvr>
  <p:extLst>
    <p:ext uri="{DCECCB84-F9BA-43D5-87BE-67443E8EF086}">
      <p15:sldGuideLst xmlns:p15="http://schemas.microsoft.com/office/powerpoint/2012/main">
        <p15:guide id="1" pos="300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sorio_A">
    <p:bg>
      <p:bgPr>
        <a:solidFill>
          <a:schemeClr val="accent1"/>
        </a:solidFill>
        <a:effectLst/>
      </p:bgPr>
    </p:bg>
    <p:spTree>
      <p:nvGrpSpPr>
        <p:cNvPr id="1" name=""/>
        <p:cNvGrpSpPr/>
        <p:nvPr/>
      </p:nvGrpSpPr>
      <p:grpSpPr>
        <a:xfrm>
          <a:off x="0" y="0"/>
          <a:ext cx="0" cy="0"/>
          <a:chOff x="0" y="0"/>
          <a:chExt cx="0" cy="0"/>
        </a:xfrm>
      </p:grpSpPr>
      <p:sp>
        <p:nvSpPr>
          <p:cNvPr id="11" name="Ovale 10">
            <a:extLst>
              <a:ext uri="{FF2B5EF4-FFF2-40B4-BE49-F238E27FC236}">
                <a16:creationId xmlns:a16="http://schemas.microsoft.com/office/drawing/2014/main" id="{35E14663-8764-4DCE-B9CB-7C9A4CEA9BB5}"/>
              </a:ext>
            </a:extLst>
          </p:cNvPr>
          <p:cNvSpPr/>
          <p:nvPr userDrawn="1"/>
        </p:nvSpPr>
        <p:spPr>
          <a:xfrm rot="6083929">
            <a:off x="1311375" y="1414011"/>
            <a:ext cx="10887270" cy="10887979"/>
          </a:xfrm>
          <a:prstGeom prst="ellipse">
            <a:avLst/>
          </a:prstGeom>
          <a:gradFill flip="none" rotWithShape="1">
            <a:gsLst>
              <a:gs pos="38000">
                <a:schemeClr val="tx1">
                  <a:lumMod val="0"/>
                  <a:lumOff val="100000"/>
                  <a:alpha val="0"/>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dirty="0">
              <a:latin typeface="Manrope" pitchFamily="2" charset="0"/>
            </a:endParaRPr>
          </a:p>
        </p:txBody>
      </p:sp>
      <p:sp>
        <p:nvSpPr>
          <p:cNvPr id="2" name="Titolo 1">
            <a:extLst>
              <a:ext uri="{FF2B5EF4-FFF2-40B4-BE49-F238E27FC236}">
                <a16:creationId xmlns:a16="http://schemas.microsoft.com/office/drawing/2014/main" id="{189FF9E0-0F2A-4E7B-ADD7-33314E9E93ED}"/>
              </a:ext>
            </a:extLst>
          </p:cNvPr>
          <p:cNvSpPr>
            <a:spLocks noGrp="1"/>
          </p:cNvSpPr>
          <p:nvPr>
            <p:ph type="title" hasCustomPrompt="1"/>
          </p:nvPr>
        </p:nvSpPr>
        <p:spPr>
          <a:xfrm>
            <a:off x="3216275" y="1418313"/>
            <a:ext cx="8640763" cy="1299008"/>
          </a:xfrm>
        </p:spPr>
        <p:txBody>
          <a:bodyPr anchor="ctr"/>
          <a:lstStyle>
            <a:lvl1pPr>
              <a:defRPr>
                <a:solidFill>
                  <a:schemeClr val="bg1"/>
                </a:solidFill>
              </a:defRPr>
            </a:lvl1pPr>
          </a:lstStyle>
          <a:p>
            <a:r>
              <a:rPr lang="it-IT" dirty="0"/>
              <a:t>Titolo del divisorio</a:t>
            </a:r>
          </a:p>
        </p:txBody>
      </p:sp>
      <p:sp>
        <p:nvSpPr>
          <p:cNvPr id="6" name="Ovale 5">
            <a:extLst>
              <a:ext uri="{FF2B5EF4-FFF2-40B4-BE49-F238E27FC236}">
                <a16:creationId xmlns:a16="http://schemas.microsoft.com/office/drawing/2014/main" id="{419AA845-D4AF-40CE-B7F3-A1B95A20D2F3}"/>
              </a:ext>
            </a:extLst>
          </p:cNvPr>
          <p:cNvSpPr/>
          <p:nvPr userDrawn="1"/>
        </p:nvSpPr>
        <p:spPr>
          <a:xfrm>
            <a:off x="0" y="1418312"/>
            <a:ext cx="1284270" cy="1284270"/>
          </a:xfrm>
          <a:prstGeom prst="ellipse">
            <a:avLst/>
          </a:prstGeom>
          <a:noFill/>
          <a:ln w="9525">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BA29D2F2-5AC8-4927-AA1D-19630D333830}"/>
              </a:ext>
            </a:extLst>
          </p:cNvPr>
          <p:cNvCxnSpPr>
            <a:cxnSpLocks/>
          </p:cNvCxnSpPr>
          <p:nvPr userDrawn="1"/>
        </p:nvCxnSpPr>
        <p:spPr>
          <a:xfrm>
            <a:off x="0" y="1418312"/>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Connettore diritto 7">
            <a:extLst>
              <a:ext uri="{FF2B5EF4-FFF2-40B4-BE49-F238E27FC236}">
                <a16:creationId xmlns:a16="http://schemas.microsoft.com/office/drawing/2014/main" id="{53C00AF5-6CFB-4B05-922E-59446B4D5F1D}"/>
              </a:ext>
            </a:extLst>
          </p:cNvPr>
          <p:cNvCxnSpPr>
            <a:cxnSpLocks/>
          </p:cNvCxnSpPr>
          <p:nvPr userDrawn="1"/>
        </p:nvCxnSpPr>
        <p:spPr>
          <a:xfrm>
            <a:off x="0" y="2717320"/>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28D8426E-B0F3-4A04-99ED-0D9D1A7A694E}"/>
              </a:ext>
            </a:extLst>
          </p:cNvPr>
          <p:cNvCxnSpPr>
            <a:cxnSpLocks/>
          </p:cNvCxnSpPr>
          <p:nvPr userDrawn="1"/>
        </p:nvCxnSpPr>
        <p:spPr>
          <a:xfrm flipV="1">
            <a:off x="1284270" y="1"/>
            <a:ext cx="0" cy="7099442"/>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17" name="Segnaposto testo 16">
            <a:extLst>
              <a:ext uri="{FF2B5EF4-FFF2-40B4-BE49-F238E27FC236}">
                <a16:creationId xmlns:a16="http://schemas.microsoft.com/office/drawing/2014/main" id="{4D2183DA-6999-4DF4-AE0B-EDCD204668B6}"/>
              </a:ext>
            </a:extLst>
          </p:cNvPr>
          <p:cNvSpPr>
            <a:spLocks noGrp="1"/>
          </p:cNvSpPr>
          <p:nvPr>
            <p:ph type="body" sz="quarter" idx="13" hasCustomPrompt="1"/>
          </p:nvPr>
        </p:nvSpPr>
        <p:spPr>
          <a:xfrm>
            <a:off x="8765931" y="3961597"/>
            <a:ext cx="3091107" cy="2359025"/>
          </a:xfrm>
        </p:spPr>
        <p:txBody>
          <a:bodyPr anchor="b">
            <a:normAutofit/>
          </a:bodyPr>
          <a:lstStyle>
            <a:lvl1pPr algn="r">
              <a:defRPr sz="9600">
                <a:solidFill>
                  <a:schemeClr val="bg1"/>
                </a:solidFill>
              </a:defRPr>
            </a:lvl1pPr>
          </a:lstStyle>
          <a:p>
            <a:pPr lvl="0"/>
            <a:r>
              <a:rPr lang="it-IT" dirty="0"/>
              <a:t>00</a:t>
            </a:r>
          </a:p>
        </p:txBody>
      </p:sp>
    </p:spTree>
    <p:extLst>
      <p:ext uri="{BB962C8B-B14F-4D97-AF65-F5344CB8AC3E}">
        <p14:creationId xmlns:p14="http://schemas.microsoft.com/office/powerpoint/2010/main" val="3051853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sorio_B">
    <p:bg>
      <p:bgPr>
        <a:solidFill>
          <a:schemeClr val="accent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89FF9E0-0F2A-4E7B-ADD7-33314E9E93ED}"/>
              </a:ext>
            </a:extLst>
          </p:cNvPr>
          <p:cNvSpPr>
            <a:spLocks noGrp="1"/>
          </p:cNvSpPr>
          <p:nvPr>
            <p:ph type="title" hasCustomPrompt="1"/>
          </p:nvPr>
        </p:nvSpPr>
        <p:spPr>
          <a:xfrm>
            <a:off x="3216275" y="1418313"/>
            <a:ext cx="8640763" cy="1299008"/>
          </a:xfrm>
        </p:spPr>
        <p:txBody>
          <a:bodyPr anchor="ctr"/>
          <a:lstStyle>
            <a:lvl1pPr>
              <a:defRPr>
                <a:solidFill>
                  <a:schemeClr val="bg1"/>
                </a:solidFill>
              </a:defRPr>
            </a:lvl1pPr>
          </a:lstStyle>
          <a:p>
            <a:r>
              <a:rPr lang="it-IT" dirty="0"/>
              <a:t>Titolo del divisorio</a:t>
            </a:r>
          </a:p>
        </p:txBody>
      </p:sp>
      <p:sp>
        <p:nvSpPr>
          <p:cNvPr id="6" name="Ovale 5">
            <a:extLst>
              <a:ext uri="{FF2B5EF4-FFF2-40B4-BE49-F238E27FC236}">
                <a16:creationId xmlns:a16="http://schemas.microsoft.com/office/drawing/2014/main" id="{419AA845-D4AF-40CE-B7F3-A1B95A20D2F3}"/>
              </a:ext>
            </a:extLst>
          </p:cNvPr>
          <p:cNvSpPr/>
          <p:nvPr userDrawn="1"/>
        </p:nvSpPr>
        <p:spPr>
          <a:xfrm>
            <a:off x="0" y="1418312"/>
            <a:ext cx="1284270" cy="1284270"/>
          </a:xfrm>
          <a:prstGeom prst="ellipse">
            <a:avLst/>
          </a:prstGeom>
          <a:noFill/>
          <a:ln w="9525">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BA29D2F2-5AC8-4927-AA1D-19630D333830}"/>
              </a:ext>
            </a:extLst>
          </p:cNvPr>
          <p:cNvCxnSpPr>
            <a:cxnSpLocks/>
          </p:cNvCxnSpPr>
          <p:nvPr userDrawn="1"/>
        </p:nvCxnSpPr>
        <p:spPr>
          <a:xfrm>
            <a:off x="0" y="1418312"/>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Connettore diritto 7">
            <a:extLst>
              <a:ext uri="{FF2B5EF4-FFF2-40B4-BE49-F238E27FC236}">
                <a16:creationId xmlns:a16="http://schemas.microsoft.com/office/drawing/2014/main" id="{53C00AF5-6CFB-4B05-922E-59446B4D5F1D}"/>
              </a:ext>
            </a:extLst>
          </p:cNvPr>
          <p:cNvCxnSpPr>
            <a:cxnSpLocks/>
          </p:cNvCxnSpPr>
          <p:nvPr userDrawn="1"/>
        </p:nvCxnSpPr>
        <p:spPr>
          <a:xfrm>
            <a:off x="0" y="2717320"/>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28D8426E-B0F3-4A04-99ED-0D9D1A7A694E}"/>
              </a:ext>
            </a:extLst>
          </p:cNvPr>
          <p:cNvCxnSpPr>
            <a:cxnSpLocks/>
          </p:cNvCxnSpPr>
          <p:nvPr userDrawn="1"/>
        </p:nvCxnSpPr>
        <p:spPr>
          <a:xfrm flipV="1">
            <a:off x="1284270" y="1"/>
            <a:ext cx="0" cy="7099442"/>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17" name="Segnaposto testo 16">
            <a:extLst>
              <a:ext uri="{FF2B5EF4-FFF2-40B4-BE49-F238E27FC236}">
                <a16:creationId xmlns:a16="http://schemas.microsoft.com/office/drawing/2014/main" id="{4D2183DA-6999-4DF4-AE0B-EDCD204668B6}"/>
              </a:ext>
            </a:extLst>
          </p:cNvPr>
          <p:cNvSpPr>
            <a:spLocks noGrp="1"/>
          </p:cNvSpPr>
          <p:nvPr>
            <p:ph type="body" sz="quarter" idx="13" hasCustomPrompt="1"/>
          </p:nvPr>
        </p:nvSpPr>
        <p:spPr>
          <a:xfrm>
            <a:off x="8932985" y="3961597"/>
            <a:ext cx="2924053" cy="2359025"/>
          </a:xfrm>
        </p:spPr>
        <p:txBody>
          <a:bodyPr anchor="b">
            <a:normAutofit/>
          </a:bodyPr>
          <a:lstStyle>
            <a:lvl1pPr algn="r">
              <a:defRPr sz="9600">
                <a:solidFill>
                  <a:schemeClr val="bg1"/>
                </a:solidFill>
              </a:defRPr>
            </a:lvl1pPr>
          </a:lstStyle>
          <a:p>
            <a:pPr lvl="0"/>
            <a:r>
              <a:rPr lang="it-IT" dirty="0"/>
              <a:t>00</a:t>
            </a:r>
          </a:p>
        </p:txBody>
      </p:sp>
    </p:spTree>
    <p:extLst>
      <p:ext uri="{BB962C8B-B14F-4D97-AF65-F5344CB8AC3E}">
        <p14:creationId xmlns:p14="http://schemas.microsoft.com/office/powerpoint/2010/main" val="322318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sorio_C">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89FF9E0-0F2A-4E7B-ADD7-33314E9E93ED}"/>
              </a:ext>
            </a:extLst>
          </p:cNvPr>
          <p:cNvSpPr>
            <a:spLocks noGrp="1"/>
          </p:cNvSpPr>
          <p:nvPr>
            <p:ph type="title" hasCustomPrompt="1"/>
          </p:nvPr>
        </p:nvSpPr>
        <p:spPr>
          <a:xfrm>
            <a:off x="3216275" y="1418313"/>
            <a:ext cx="8640763" cy="1284268"/>
          </a:xfrm>
        </p:spPr>
        <p:txBody>
          <a:bodyPr anchor="ctr"/>
          <a:lstStyle>
            <a:lvl1pPr>
              <a:defRPr>
                <a:solidFill>
                  <a:schemeClr val="tx2"/>
                </a:solidFill>
              </a:defRPr>
            </a:lvl1pPr>
          </a:lstStyle>
          <a:p>
            <a:r>
              <a:rPr lang="it-IT" dirty="0"/>
              <a:t>Titolo del divisorio</a:t>
            </a:r>
          </a:p>
        </p:txBody>
      </p:sp>
      <p:sp>
        <p:nvSpPr>
          <p:cNvPr id="6" name="Ovale 5">
            <a:extLst>
              <a:ext uri="{FF2B5EF4-FFF2-40B4-BE49-F238E27FC236}">
                <a16:creationId xmlns:a16="http://schemas.microsoft.com/office/drawing/2014/main" id="{419AA845-D4AF-40CE-B7F3-A1B95A20D2F3}"/>
              </a:ext>
            </a:extLst>
          </p:cNvPr>
          <p:cNvSpPr/>
          <p:nvPr userDrawn="1"/>
        </p:nvSpPr>
        <p:spPr>
          <a:xfrm>
            <a:off x="0" y="1418312"/>
            <a:ext cx="1284270" cy="1284270"/>
          </a:xfrm>
          <a:prstGeom prst="ellipse">
            <a:avLst/>
          </a:prstGeom>
          <a:noFill/>
          <a:ln w="9525">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BA29D2F2-5AC8-4927-AA1D-19630D333830}"/>
              </a:ext>
            </a:extLst>
          </p:cNvPr>
          <p:cNvCxnSpPr>
            <a:cxnSpLocks/>
          </p:cNvCxnSpPr>
          <p:nvPr userDrawn="1"/>
        </p:nvCxnSpPr>
        <p:spPr>
          <a:xfrm>
            <a:off x="0" y="1418312"/>
            <a:ext cx="12192000" cy="0"/>
          </a:xfrm>
          <a:prstGeom prst="line">
            <a:avLst/>
          </a:prstGeom>
          <a:ln w="9525">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Connettore diritto 7">
            <a:extLst>
              <a:ext uri="{FF2B5EF4-FFF2-40B4-BE49-F238E27FC236}">
                <a16:creationId xmlns:a16="http://schemas.microsoft.com/office/drawing/2014/main" id="{53C00AF5-6CFB-4B05-922E-59446B4D5F1D}"/>
              </a:ext>
            </a:extLst>
          </p:cNvPr>
          <p:cNvCxnSpPr>
            <a:cxnSpLocks/>
          </p:cNvCxnSpPr>
          <p:nvPr userDrawn="1"/>
        </p:nvCxnSpPr>
        <p:spPr>
          <a:xfrm>
            <a:off x="0" y="2717320"/>
            <a:ext cx="12192000" cy="0"/>
          </a:xfrm>
          <a:prstGeom prst="line">
            <a:avLst/>
          </a:prstGeom>
          <a:ln w="9525">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28D8426E-B0F3-4A04-99ED-0D9D1A7A694E}"/>
              </a:ext>
            </a:extLst>
          </p:cNvPr>
          <p:cNvCxnSpPr>
            <a:cxnSpLocks/>
          </p:cNvCxnSpPr>
          <p:nvPr userDrawn="1"/>
        </p:nvCxnSpPr>
        <p:spPr>
          <a:xfrm flipV="1">
            <a:off x="1284270" y="1"/>
            <a:ext cx="0" cy="7099442"/>
          </a:xfrm>
          <a:prstGeom prst="line">
            <a:avLst/>
          </a:prstGeom>
          <a:ln w="9525">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sp>
        <p:nvSpPr>
          <p:cNvPr id="17" name="Segnaposto testo 16">
            <a:extLst>
              <a:ext uri="{FF2B5EF4-FFF2-40B4-BE49-F238E27FC236}">
                <a16:creationId xmlns:a16="http://schemas.microsoft.com/office/drawing/2014/main" id="{4D2183DA-6999-4DF4-AE0B-EDCD204668B6}"/>
              </a:ext>
            </a:extLst>
          </p:cNvPr>
          <p:cNvSpPr>
            <a:spLocks noGrp="1"/>
          </p:cNvSpPr>
          <p:nvPr>
            <p:ph type="body" sz="quarter" idx="13" hasCustomPrompt="1"/>
          </p:nvPr>
        </p:nvSpPr>
        <p:spPr>
          <a:xfrm>
            <a:off x="8220808" y="3961597"/>
            <a:ext cx="3636230" cy="2359025"/>
          </a:xfrm>
        </p:spPr>
        <p:txBody>
          <a:bodyPr anchor="b">
            <a:normAutofit/>
          </a:bodyPr>
          <a:lstStyle>
            <a:lvl1pPr algn="r">
              <a:defRPr sz="9600">
                <a:solidFill>
                  <a:schemeClr val="tx2"/>
                </a:solidFill>
              </a:defRPr>
            </a:lvl1pPr>
          </a:lstStyle>
          <a:p>
            <a:pPr lvl="0"/>
            <a:r>
              <a:rPr lang="it-IT" dirty="0"/>
              <a:t>00</a:t>
            </a:r>
          </a:p>
        </p:txBody>
      </p:sp>
    </p:spTree>
    <p:extLst>
      <p:ext uri="{BB962C8B-B14F-4D97-AF65-F5344CB8AC3E}">
        <p14:creationId xmlns:p14="http://schemas.microsoft.com/office/powerpoint/2010/main" val="3557231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_finale_A">
    <p:bg>
      <p:bgPr>
        <a:solidFill>
          <a:schemeClr val="accent1"/>
        </a:solidFill>
        <a:effectLst/>
      </p:bgPr>
    </p:bg>
    <p:spTree>
      <p:nvGrpSpPr>
        <p:cNvPr id="1" name=""/>
        <p:cNvGrpSpPr/>
        <p:nvPr/>
      </p:nvGrpSpPr>
      <p:grpSpPr>
        <a:xfrm>
          <a:off x="0" y="0"/>
          <a:ext cx="0" cy="0"/>
          <a:chOff x="0" y="0"/>
          <a:chExt cx="0" cy="0"/>
        </a:xfrm>
      </p:grpSpPr>
      <p:sp>
        <p:nvSpPr>
          <p:cNvPr id="10" name="Ovale 9">
            <a:extLst>
              <a:ext uri="{FF2B5EF4-FFF2-40B4-BE49-F238E27FC236}">
                <a16:creationId xmlns:a16="http://schemas.microsoft.com/office/drawing/2014/main" id="{29206C3E-8262-4BAC-A209-F4327335E1F0}"/>
              </a:ext>
            </a:extLst>
          </p:cNvPr>
          <p:cNvSpPr/>
          <p:nvPr userDrawn="1"/>
        </p:nvSpPr>
        <p:spPr>
          <a:xfrm rot="11483929">
            <a:off x="1293786" y="-5274490"/>
            <a:ext cx="10887270" cy="10887979"/>
          </a:xfrm>
          <a:prstGeom prst="ellipse">
            <a:avLst/>
          </a:prstGeom>
          <a:gradFill flip="none" rotWithShape="1">
            <a:gsLst>
              <a:gs pos="38000">
                <a:schemeClr val="tx1">
                  <a:lumMod val="0"/>
                  <a:lumOff val="100000"/>
                  <a:alpha val="0"/>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dirty="0">
              <a:latin typeface="Manrope" pitchFamily="2" charset="0"/>
            </a:endParaRPr>
          </a:p>
        </p:txBody>
      </p:sp>
      <p:sp>
        <p:nvSpPr>
          <p:cNvPr id="2" name="Titolo 1">
            <a:extLst>
              <a:ext uri="{FF2B5EF4-FFF2-40B4-BE49-F238E27FC236}">
                <a16:creationId xmlns:a16="http://schemas.microsoft.com/office/drawing/2014/main" id="{189FF9E0-0F2A-4E7B-ADD7-33314E9E93ED}"/>
              </a:ext>
            </a:extLst>
          </p:cNvPr>
          <p:cNvSpPr>
            <a:spLocks noGrp="1"/>
          </p:cNvSpPr>
          <p:nvPr>
            <p:ph type="title" hasCustomPrompt="1"/>
          </p:nvPr>
        </p:nvSpPr>
        <p:spPr>
          <a:xfrm>
            <a:off x="3216275" y="4295077"/>
            <a:ext cx="8640763" cy="1299008"/>
          </a:xfrm>
        </p:spPr>
        <p:txBody>
          <a:bodyPr anchor="ctr"/>
          <a:lstStyle>
            <a:lvl1pPr>
              <a:defRPr>
                <a:solidFill>
                  <a:schemeClr val="bg1"/>
                </a:solidFill>
              </a:defRPr>
            </a:lvl1pPr>
          </a:lstStyle>
          <a:p>
            <a:r>
              <a:rPr lang="it-IT" dirty="0"/>
              <a:t>Chiusura / Ringraziamenti</a:t>
            </a:r>
          </a:p>
        </p:txBody>
      </p:sp>
      <p:sp>
        <p:nvSpPr>
          <p:cNvPr id="6" name="Ovale 5">
            <a:extLst>
              <a:ext uri="{FF2B5EF4-FFF2-40B4-BE49-F238E27FC236}">
                <a16:creationId xmlns:a16="http://schemas.microsoft.com/office/drawing/2014/main" id="{419AA845-D4AF-40CE-B7F3-A1B95A20D2F3}"/>
              </a:ext>
            </a:extLst>
          </p:cNvPr>
          <p:cNvSpPr/>
          <p:nvPr userDrawn="1"/>
        </p:nvSpPr>
        <p:spPr>
          <a:xfrm>
            <a:off x="0" y="4295076"/>
            <a:ext cx="1284270" cy="1284270"/>
          </a:xfrm>
          <a:prstGeom prst="ellipse">
            <a:avLst/>
          </a:prstGeom>
          <a:noFill/>
          <a:ln w="9525">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BA29D2F2-5AC8-4927-AA1D-19630D333830}"/>
              </a:ext>
            </a:extLst>
          </p:cNvPr>
          <p:cNvCxnSpPr>
            <a:cxnSpLocks/>
          </p:cNvCxnSpPr>
          <p:nvPr userDrawn="1"/>
        </p:nvCxnSpPr>
        <p:spPr>
          <a:xfrm>
            <a:off x="0" y="4295076"/>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Connettore diritto 7">
            <a:extLst>
              <a:ext uri="{FF2B5EF4-FFF2-40B4-BE49-F238E27FC236}">
                <a16:creationId xmlns:a16="http://schemas.microsoft.com/office/drawing/2014/main" id="{53C00AF5-6CFB-4B05-922E-59446B4D5F1D}"/>
              </a:ext>
            </a:extLst>
          </p:cNvPr>
          <p:cNvCxnSpPr>
            <a:cxnSpLocks/>
          </p:cNvCxnSpPr>
          <p:nvPr userDrawn="1"/>
        </p:nvCxnSpPr>
        <p:spPr>
          <a:xfrm>
            <a:off x="0" y="5594084"/>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28D8426E-B0F3-4A04-99ED-0D9D1A7A694E}"/>
              </a:ext>
            </a:extLst>
          </p:cNvPr>
          <p:cNvCxnSpPr>
            <a:cxnSpLocks/>
          </p:cNvCxnSpPr>
          <p:nvPr userDrawn="1"/>
        </p:nvCxnSpPr>
        <p:spPr>
          <a:xfrm flipV="1">
            <a:off x="1284270" y="1"/>
            <a:ext cx="0" cy="7099442"/>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11" name="Ovale 10">
            <a:extLst>
              <a:ext uri="{FF2B5EF4-FFF2-40B4-BE49-F238E27FC236}">
                <a16:creationId xmlns:a16="http://schemas.microsoft.com/office/drawing/2014/main" id="{E4786A85-B23B-420C-9463-CF262A126A21}"/>
              </a:ext>
            </a:extLst>
          </p:cNvPr>
          <p:cNvSpPr/>
          <p:nvPr userDrawn="1"/>
        </p:nvSpPr>
        <p:spPr>
          <a:xfrm rot="11483929">
            <a:off x="652366" y="5545716"/>
            <a:ext cx="10887270" cy="10887979"/>
          </a:xfrm>
          <a:prstGeom prst="ellipse">
            <a:avLst/>
          </a:prstGeom>
          <a:gradFill flip="none" rotWithShape="1">
            <a:gsLst>
              <a:gs pos="38000">
                <a:schemeClr val="tx1">
                  <a:lumMod val="0"/>
                  <a:lumOff val="100000"/>
                  <a:alpha val="0"/>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dirty="0">
              <a:latin typeface="Manrope" pitchFamily="2" charset="0"/>
            </a:endParaRPr>
          </a:p>
        </p:txBody>
      </p:sp>
    </p:spTree>
    <p:extLst>
      <p:ext uri="{BB962C8B-B14F-4D97-AF65-F5344CB8AC3E}">
        <p14:creationId xmlns:p14="http://schemas.microsoft.com/office/powerpoint/2010/main" val="297177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_finale_B">
    <p:bg>
      <p:bgPr>
        <a:solidFill>
          <a:schemeClr val="accent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89FF9E0-0F2A-4E7B-ADD7-33314E9E93ED}"/>
              </a:ext>
            </a:extLst>
          </p:cNvPr>
          <p:cNvSpPr>
            <a:spLocks noGrp="1"/>
          </p:cNvSpPr>
          <p:nvPr>
            <p:ph type="title" hasCustomPrompt="1"/>
          </p:nvPr>
        </p:nvSpPr>
        <p:spPr>
          <a:xfrm>
            <a:off x="3216275" y="4295077"/>
            <a:ext cx="8640763" cy="1299008"/>
          </a:xfrm>
        </p:spPr>
        <p:txBody>
          <a:bodyPr anchor="ctr"/>
          <a:lstStyle>
            <a:lvl1pPr>
              <a:defRPr>
                <a:solidFill>
                  <a:schemeClr val="bg1"/>
                </a:solidFill>
              </a:defRPr>
            </a:lvl1pPr>
          </a:lstStyle>
          <a:p>
            <a:r>
              <a:rPr lang="it-IT" dirty="0"/>
              <a:t>Chiusura / Ringraziamenti</a:t>
            </a:r>
          </a:p>
        </p:txBody>
      </p:sp>
      <p:sp>
        <p:nvSpPr>
          <p:cNvPr id="6" name="Ovale 5">
            <a:extLst>
              <a:ext uri="{FF2B5EF4-FFF2-40B4-BE49-F238E27FC236}">
                <a16:creationId xmlns:a16="http://schemas.microsoft.com/office/drawing/2014/main" id="{419AA845-D4AF-40CE-B7F3-A1B95A20D2F3}"/>
              </a:ext>
            </a:extLst>
          </p:cNvPr>
          <p:cNvSpPr/>
          <p:nvPr userDrawn="1"/>
        </p:nvSpPr>
        <p:spPr>
          <a:xfrm>
            <a:off x="0" y="4295076"/>
            <a:ext cx="1284270" cy="1284270"/>
          </a:xfrm>
          <a:prstGeom prst="ellipse">
            <a:avLst/>
          </a:prstGeom>
          <a:noFill/>
          <a:ln w="9525">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7" name="Connettore diritto 6">
            <a:extLst>
              <a:ext uri="{FF2B5EF4-FFF2-40B4-BE49-F238E27FC236}">
                <a16:creationId xmlns:a16="http://schemas.microsoft.com/office/drawing/2014/main" id="{BA29D2F2-5AC8-4927-AA1D-19630D333830}"/>
              </a:ext>
            </a:extLst>
          </p:cNvPr>
          <p:cNvCxnSpPr>
            <a:cxnSpLocks/>
          </p:cNvCxnSpPr>
          <p:nvPr userDrawn="1"/>
        </p:nvCxnSpPr>
        <p:spPr>
          <a:xfrm>
            <a:off x="0" y="4295076"/>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Connettore diritto 7">
            <a:extLst>
              <a:ext uri="{FF2B5EF4-FFF2-40B4-BE49-F238E27FC236}">
                <a16:creationId xmlns:a16="http://schemas.microsoft.com/office/drawing/2014/main" id="{53C00AF5-6CFB-4B05-922E-59446B4D5F1D}"/>
              </a:ext>
            </a:extLst>
          </p:cNvPr>
          <p:cNvCxnSpPr>
            <a:cxnSpLocks/>
          </p:cNvCxnSpPr>
          <p:nvPr userDrawn="1"/>
        </p:nvCxnSpPr>
        <p:spPr>
          <a:xfrm>
            <a:off x="0" y="5594084"/>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28D8426E-B0F3-4A04-99ED-0D9D1A7A694E}"/>
              </a:ext>
            </a:extLst>
          </p:cNvPr>
          <p:cNvCxnSpPr>
            <a:cxnSpLocks/>
          </p:cNvCxnSpPr>
          <p:nvPr userDrawn="1"/>
        </p:nvCxnSpPr>
        <p:spPr>
          <a:xfrm flipV="1">
            <a:off x="1284270" y="1"/>
            <a:ext cx="0" cy="7099442"/>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2493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gina base_ testo 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a:xfrm>
            <a:off x="334964" y="808073"/>
            <a:ext cx="8640000" cy="840083"/>
          </a:xfrm>
        </p:spPr>
        <p:txBody>
          <a:bodyPr/>
          <a:lstStyle/>
          <a:p>
            <a:endParaRPr lang="it-IT" dirty="0"/>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‹N›</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334963" y="2060575"/>
            <a:ext cx="8640000" cy="4429125"/>
          </a:xfrm>
        </p:spPr>
        <p:txBody>
          <a:bodyPr/>
          <a:lstStyle/>
          <a:p>
            <a:pPr lvl="0"/>
            <a:endParaRPr lang="it-IT" dirty="0"/>
          </a:p>
        </p:txBody>
      </p:sp>
    </p:spTree>
    <p:extLst>
      <p:ext uri="{BB962C8B-B14F-4D97-AF65-F5344CB8AC3E}">
        <p14:creationId xmlns:p14="http://schemas.microsoft.com/office/powerpoint/2010/main" val="1678769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agina base_ testo B">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a:xfrm>
            <a:off x="334963" y="808073"/>
            <a:ext cx="11522075" cy="840083"/>
          </a:xfrm>
        </p:spPr>
        <p:txBody>
          <a:bodyPr/>
          <a:lstStyle/>
          <a:p>
            <a:endParaRPr lang="it-IT" dirty="0"/>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‹N›</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334963" y="2060575"/>
            <a:ext cx="5330113" cy="4429125"/>
          </a:xfrm>
        </p:spPr>
        <p:txBody>
          <a:bodyPr/>
          <a:lstStyle/>
          <a:p>
            <a:pPr lvl="0"/>
            <a:endParaRPr lang="it-IT" dirty="0"/>
          </a:p>
        </p:txBody>
      </p:sp>
      <p:sp>
        <p:nvSpPr>
          <p:cNvPr id="10" name="Segnaposto testo 6">
            <a:extLst>
              <a:ext uri="{FF2B5EF4-FFF2-40B4-BE49-F238E27FC236}">
                <a16:creationId xmlns:a16="http://schemas.microsoft.com/office/drawing/2014/main" id="{A91EDD17-1F39-46F2-A6AE-0DA93D9DE767}"/>
              </a:ext>
            </a:extLst>
          </p:cNvPr>
          <p:cNvSpPr>
            <a:spLocks noGrp="1"/>
          </p:cNvSpPr>
          <p:nvPr>
            <p:ph type="body" sz="quarter" idx="14"/>
          </p:nvPr>
        </p:nvSpPr>
        <p:spPr>
          <a:xfrm>
            <a:off x="6300000" y="2060575"/>
            <a:ext cx="5330113" cy="4429125"/>
          </a:xfrm>
        </p:spPr>
        <p:txBody>
          <a:bodyPr/>
          <a:lstStyle/>
          <a:p>
            <a:pPr lvl="0"/>
            <a:endParaRPr lang="it-IT" dirty="0"/>
          </a:p>
        </p:txBody>
      </p:sp>
    </p:spTree>
    <p:extLst>
      <p:ext uri="{BB962C8B-B14F-4D97-AF65-F5344CB8AC3E}">
        <p14:creationId xmlns:p14="http://schemas.microsoft.com/office/powerpoint/2010/main" val="401809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agina base_ testo C">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a:xfrm>
            <a:off x="334963" y="808073"/>
            <a:ext cx="11522075" cy="840083"/>
          </a:xfrm>
        </p:spPr>
        <p:txBody>
          <a:bodyPr/>
          <a:lstStyle/>
          <a:p>
            <a:endParaRPr lang="it-IT" dirty="0"/>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‹N›</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3216275" y="2060575"/>
            <a:ext cx="8640762" cy="4429125"/>
          </a:xfrm>
        </p:spPr>
        <p:txBody>
          <a:bodyPr/>
          <a:lstStyle/>
          <a:p>
            <a:pPr lvl="0"/>
            <a:endParaRPr lang="it-IT" dirty="0"/>
          </a:p>
        </p:txBody>
      </p:sp>
      <p:sp>
        <p:nvSpPr>
          <p:cNvPr id="8" name="Segnaposto testo 6">
            <a:extLst>
              <a:ext uri="{FF2B5EF4-FFF2-40B4-BE49-F238E27FC236}">
                <a16:creationId xmlns:a16="http://schemas.microsoft.com/office/drawing/2014/main" id="{E3A4E093-361F-4C37-B47B-B067A8415F3A}"/>
              </a:ext>
            </a:extLst>
          </p:cNvPr>
          <p:cNvSpPr>
            <a:spLocks noGrp="1"/>
          </p:cNvSpPr>
          <p:nvPr>
            <p:ph type="body" sz="quarter" idx="14" hasCustomPrompt="1"/>
          </p:nvPr>
        </p:nvSpPr>
        <p:spPr>
          <a:xfrm>
            <a:off x="334964" y="2060575"/>
            <a:ext cx="2601668" cy="4429125"/>
          </a:xfrm>
        </p:spPr>
        <p:txBody>
          <a:bodyPr/>
          <a:lstStyle>
            <a:lvl1pPr marL="342900" indent="-342900">
              <a:buAutoNum type="arabicPeriod"/>
              <a:defRPr b="1"/>
            </a:lvl1pPr>
          </a:lstStyle>
          <a:p>
            <a:pPr lvl="0"/>
            <a:r>
              <a:rPr lang="it-IT" dirty="0" err="1"/>
              <a:t>Lorem</a:t>
            </a:r>
            <a:r>
              <a:rPr lang="it-IT" dirty="0"/>
              <a:t> </a:t>
            </a:r>
            <a:r>
              <a:rPr lang="it-IT" dirty="0" err="1"/>
              <a:t>ipsum</a:t>
            </a:r>
            <a:endParaRPr lang="it-IT" dirty="0"/>
          </a:p>
          <a:p>
            <a:pPr lvl="0"/>
            <a:r>
              <a:rPr lang="it-IT" dirty="0" err="1"/>
              <a:t>Lorem</a:t>
            </a:r>
            <a:r>
              <a:rPr lang="it-IT" dirty="0"/>
              <a:t> </a:t>
            </a:r>
            <a:r>
              <a:rPr lang="it-IT" dirty="0" err="1"/>
              <a:t>ipsum</a:t>
            </a:r>
            <a:endParaRPr lang="it-IT" dirty="0"/>
          </a:p>
          <a:p>
            <a:pPr lvl="0"/>
            <a:r>
              <a:rPr lang="it-IT" dirty="0" err="1"/>
              <a:t>Lorem</a:t>
            </a:r>
            <a:r>
              <a:rPr lang="it-IT" dirty="0"/>
              <a:t> </a:t>
            </a:r>
            <a:r>
              <a:rPr lang="it-IT"/>
              <a:t>ipsum</a:t>
            </a:r>
            <a:endParaRPr lang="it-IT" dirty="0"/>
          </a:p>
        </p:txBody>
      </p:sp>
    </p:spTree>
    <p:extLst>
      <p:ext uri="{BB962C8B-B14F-4D97-AF65-F5344CB8AC3E}">
        <p14:creationId xmlns:p14="http://schemas.microsoft.com/office/powerpoint/2010/main" val="470807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agina base_Ogget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334963" y="812652"/>
            <a:ext cx="11522075" cy="840083"/>
          </a:xfrm>
          <a:prstGeom prst="rect">
            <a:avLst/>
          </a:prstGeom>
        </p:spPr>
        <p:txBody>
          <a:bodyPr/>
          <a:lstStyle/>
          <a:p>
            <a:endParaRPr lang="it-IT" dirty="0"/>
          </a:p>
        </p:txBody>
      </p:sp>
      <p:sp>
        <p:nvSpPr>
          <p:cNvPr id="3" name="Segnaposto contenuto 2">
            <a:extLst>
              <a:ext uri="{FF2B5EF4-FFF2-40B4-BE49-F238E27FC236}">
                <a16:creationId xmlns:a16="http://schemas.microsoft.com/office/drawing/2014/main" id="{035458E8-0508-42CF-A7E2-ABE84A714D6B}"/>
              </a:ext>
            </a:extLst>
          </p:cNvPr>
          <p:cNvSpPr>
            <a:spLocks noGrp="1"/>
          </p:cNvSpPr>
          <p:nvPr>
            <p:ph idx="1"/>
          </p:nvPr>
        </p:nvSpPr>
        <p:spPr>
          <a:xfrm>
            <a:off x="334963" y="2060576"/>
            <a:ext cx="11522075" cy="4146550"/>
          </a:xfrm>
          <a:noFill/>
        </p:spPr>
        <p:txBody>
          <a:bodyPr/>
          <a:lstStyle/>
          <a:p>
            <a:pPr lvl="0"/>
            <a:endParaRPr lang="it-IT" dirty="0"/>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‹N›</a:t>
            </a:fld>
            <a:endParaRPr lang="it-IT"/>
          </a:p>
        </p:txBody>
      </p:sp>
      <p:sp>
        <p:nvSpPr>
          <p:cNvPr id="7" name="Segnaposto testo 11">
            <a:extLst>
              <a:ext uri="{FF2B5EF4-FFF2-40B4-BE49-F238E27FC236}">
                <a16:creationId xmlns:a16="http://schemas.microsoft.com/office/drawing/2014/main" id="{6924BD38-C241-45AE-9D16-9EE806C4074E}"/>
              </a:ext>
            </a:extLst>
          </p:cNvPr>
          <p:cNvSpPr>
            <a:spLocks noGrp="1"/>
          </p:cNvSpPr>
          <p:nvPr>
            <p:ph type="body" sz="quarter" idx="16"/>
          </p:nvPr>
        </p:nvSpPr>
        <p:spPr>
          <a:xfrm>
            <a:off x="334962" y="6207125"/>
            <a:ext cx="11522076" cy="282575"/>
          </a:xfrm>
        </p:spPr>
        <p:txBody>
          <a:bodyPr anchor="b">
            <a:normAutofit/>
          </a:bodyPr>
          <a:lstStyle>
            <a:lvl1pPr>
              <a:defRPr sz="900"/>
            </a:lvl1pPr>
          </a:lstStyle>
          <a:p>
            <a:pPr lvl="0"/>
            <a:endParaRPr lang="it-IT" dirty="0"/>
          </a:p>
        </p:txBody>
      </p:sp>
    </p:spTree>
    <p:extLst>
      <p:ext uri="{BB962C8B-B14F-4D97-AF65-F5344CB8AC3E}">
        <p14:creationId xmlns:p14="http://schemas.microsoft.com/office/powerpoint/2010/main" val="40470217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gina colonna _ testo">
    <p:bg>
      <p:bgPr>
        <a:solidFill>
          <a:srgbClr val="F3F3F3"/>
        </a:solidFill>
        <a:effectLst/>
      </p:bgPr>
    </p:bg>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0933319C-8AC5-4764-9981-AEA331D30C57}"/>
              </a:ext>
            </a:extLst>
          </p:cNvPr>
          <p:cNvSpPr/>
          <p:nvPr userDrawn="1"/>
        </p:nvSpPr>
        <p:spPr>
          <a:xfrm>
            <a:off x="0" y="0"/>
            <a:ext cx="285591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6847A823-6861-4ED7-916A-EB4BF5CE6D62}"/>
              </a:ext>
            </a:extLst>
          </p:cNvPr>
          <p:cNvSpPr>
            <a:spLocks noGrp="1"/>
          </p:cNvSpPr>
          <p:nvPr>
            <p:ph type="title" hasCustomPrompt="1"/>
          </p:nvPr>
        </p:nvSpPr>
        <p:spPr>
          <a:xfrm>
            <a:off x="334964" y="808073"/>
            <a:ext cx="2163688" cy="840083"/>
          </a:xfrm>
        </p:spPr>
        <p:txBody>
          <a:bodyPr/>
          <a:lstStyle>
            <a:lvl1pPr>
              <a:defRPr/>
            </a:lvl1pPr>
          </a:lstStyle>
          <a:p>
            <a:r>
              <a:rPr lang="it-IT" dirty="0"/>
              <a:t>Inserire titolo</a:t>
            </a:r>
          </a:p>
        </p:txBody>
      </p:sp>
      <p:sp>
        <p:nvSpPr>
          <p:cNvPr id="3" name="Segnaposto data 2">
            <a:extLst>
              <a:ext uri="{FF2B5EF4-FFF2-40B4-BE49-F238E27FC236}">
                <a16:creationId xmlns:a16="http://schemas.microsoft.com/office/drawing/2014/main" id="{C86D3BA3-83F0-4C02-8636-ACA6EA9DFFCA}"/>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7CB1FEA7-7590-4AD0-A0B1-4809206902FD}"/>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endParaRPr lang="it-IT" dirty="0"/>
          </a:p>
        </p:txBody>
      </p:sp>
      <p:sp>
        <p:nvSpPr>
          <p:cNvPr id="5" name="Segnaposto numero diapositiva 4">
            <a:extLst>
              <a:ext uri="{FF2B5EF4-FFF2-40B4-BE49-F238E27FC236}">
                <a16:creationId xmlns:a16="http://schemas.microsoft.com/office/drawing/2014/main" id="{F95199BD-4F67-4AA1-A795-95C0BF541294}"/>
              </a:ext>
            </a:extLst>
          </p:cNvPr>
          <p:cNvSpPr>
            <a:spLocks noGrp="1"/>
          </p:cNvSpPr>
          <p:nvPr>
            <p:ph type="sldNum" sz="quarter" idx="12"/>
          </p:nvPr>
        </p:nvSpPr>
        <p:spPr/>
        <p:txBody>
          <a:bodyPr/>
          <a:lstStyle/>
          <a:p>
            <a:fld id="{3135EEA2-8D42-4D46-95A6-66E65FDC5EB1}" type="slidenum">
              <a:rPr lang="it-IT" smtClean="0"/>
              <a:pPr/>
              <a:t>‹N›</a:t>
            </a:fld>
            <a:endParaRPr lang="it-IT"/>
          </a:p>
        </p:txBody>
      </p:sp>
      <p:sp>
        <p:nvSpPr>
          <p:cNvPr id="8" name="Segnaposto testo 7">
            <a:extLst>
              <a:ext uri="{FF2B5EF4-FFF2-40B4-BE49-F238E27FC236}">
                <a16:creationId xmlns:a16="http://schemas.microsoft.com/office/drawing/2014/main" id="{67325048-9832-400A-BAC7-02B5977E3E3F}"/>
              </a:ext>
            </a:extLst>
          </p:cNvPr>
          <p:cNvSpPr>
            <a:spLocks noGrp="1"/>
          </p:cNvSpPr>
          <p:nvPr>
            <p:ph type="body" sz="quarter" idx="13"/>
          </p:nvPr>
        </p:nvSpPr>
        <p:spPr>
          <a:xfrm>
            <a:off x="334963" y="2060575"/>
            <a:ext cx="2163762" cy="4429125"/>
          </a:xfrm>
        </p:spPr>
        <p:txBody>
          <a:bodyPr>
            <a:noAutofit/>
          </a:bodyPr>
          <a:lstStyle>
            <a:lvl1pPr>
              <a:defRPr sz="1600"/>
            </a:lvl1pPr>
            <a:lvl2pPr>
              <a:defRPr sz="1400"/>
            </a:lvl2pPr>
            <a:lvl3pPr>
              <a:defRPr sz="1400"/>
            </a:lvl3pPr>
            <a:lvl4pPr>
              <a:defRPr sz="1400"/>
            </a:lvl4pPr>
            <a:lvl5pPr>
              <a:defRPr sz="1400"/>
            </a:lvl5pPr>
          </a:lstStyle>
          <a:p>
            <a:pPr lvl="0"/>
            <a:endParaRPr lang="it-IT" dirty="0"/>
          </a:p>
        </p:txBody>
      </p:sp>
      <p:sp>
        <p:nvSpPr>
          <p:cNvPr id="10" name="Segnaposto testo 9">
            <a:extLst>
              <a:ext uri="{FF2B5EF4-FFF2-40B4-BE49-F238E27FC236}">
                <a16:creationId xmlns:a16="http://schemas.microsoft.com/office/drawing/2014/main" id="{1C0D3E2E-2AFC-47C5-ADBC-3E40FCEC1C5C}"/>
              </a:ext>
            </a:extLst>
          </p:cNvPr>
          <p:cNvSpPr>
            <a:spLocks noGrp="1"/>
          </p:cNvSpPr>
          <p:nvPr>
            <p:ph type="body" sz="quarter" idx="14"/>
          </p:nvPr>
        </p:nvSpPr>
        <p:spPr>
          <a:xfrm>
            <a:off x="3216275" y="2060575"/>
            <a:ext cx="8640763" cy="4429125"/>
          </a:xfrm>
        </p:spPr>
        <p:txBody>
          <a:bodyPr>
            <a:noAutofit/>
          </a:bodyPr>
          <a:lstStyle>
            <a:lvl1pPr>
              <a:defRPr sz="1600"/>
            </a:lvl1pPr>
            <a:lvl2pPr>
              <a:defRPr sz="1400"/>
            </a:lvl2pPr>
            <a:lvl3pPr>
              <a:defRPr sz="1400"/>
            </a:lvl3pPr>
            <a:lvl4pPr>
              <a:defRPr sz="1400"/>
            </a:lvl4pPr>
            <a:lvl5pPr>
              <a:defRPr sz="1400"/>
            </a:lvl5pPr>
          </a:lstStyle>
          <a:p>
            <a:pPr lvl="0"/>
            <a:endParaRPr lang="it-IT" dirty="0"/>
          </a:p>
        </p:txBody>
      </p:sp>
    </p:spTree>
    <p:extLst>
      <p:ext uri="{BB962C8B-B14F-4D97-AF65-F5344CB8AC3E}">
        <p14:creationId xmlns:p14="http://schemas.microsoft.com/office/powerpoint/2010/main" val="280159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gina colonna _ oggetto">
    <p:bg>
      <p:bgPr>
        <a:solidFill>
          <a:srgbClr val="F3F3F3"/>
        </a:solidFill>
        <a:effectLst/>
      </p:bgPr>
    </p:bg>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0933319C-8AC5-4764-9981-AEA331D30C57}"/>
              </a:ext>
            </a:extLst>
          </p:cNvPr>
          <p:cNvSpPr/>
          <p:nvPr userDrawn="1"/>
        </p:nvSpPr>
        <p:spPr>
          <a:xfrm>
            <a:off x="0" y="0"/>
            <a:ext cx="285591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6847A823-6861-4ED7-916A-EB4BF5CE6D62}"/>
              </a:ext>
            </a:extLst>
          </p:cNvPr>
          <p:cNvSpPr>
            <a:spLocks noGrp="1"/>
          </p:cNvSpPr>
          <p:nvPr>
            <p:ph type="title" hasCustomPrompt="1"/>
          </p:nvPr>
        </p:nvSpPr>
        <p:spPr>
          <a:xfrm>
            <a:off x="334964" y="808073"/>
            <a:ext cx="2163688" cy="840083"/>
          </a:xfrm>
        </p:spPr>
        <p:txBody>
          <a:bodyPr/>
          <a:lstStyle>
            <a:lvl1pPr>
              <a:defRPr/>
            </a:lvl1pPr>
          </a:lstStyle>
          <a:p>
            <a:r>
              <a:rPr lang="it-IT" dirty="0"/>
              <a:t>Inserire titolo</a:t>
            </a:r>
          </a:p>
        </p:txBody>
      </p:sp>
      <p:sp>
        <p:nvSpPr>
          <p:cNvPr id="3" name="Segnaposto data 2">
            <a:extLst>
              <a:ext uri="{FF2B5EF4-FFF2-40B4-BE49-F238E27FC236}">
                <a16:creationId xmlns:a16="http://schemas.microsoft.com/office/drawing/2014/main" id="{C86D3BA3-83F0-4C02-8636-ACA6EA9DFFCA}"/>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7CB1FEA7-7590-4AD0-A0B1-4809206902FD}"/>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endParaRPr lang="it-IT" dirty="0"/>
          </a:p>
        </p:txBody>
      </p:sp>
      <p:sp>
        <p:nvSpPr>
          <p:cNvPr id="5" name="Segnaposto numero diapositiva 4">
            <a:extLst>
              <a:ext uri="{FF2B5EF4-FFF2-40B4-BE49-F238E27FC236}">
                <a16:creationId xmlns:a16="http://schemas.microsoft.com/office/drawing/2014/main" id="{F95199BD-4F67-4AA1-A795-95C0BF541294}"/>
              </a:ext>
            </a:extLst>
          </p:cNvPr>
          <p:cNvSpPr>
            <a:spLocks noGrp="1"/>
          </p:cNvSpPr>
          <p:nvPr>
            <p:ph type="sldNum" sz="quarter" idx="12"/>
          </p:nvPr>
        </p:nvSpPr>
        <p:spPr/>
        <p:txBody>
          <a:bodyPr/>
          <a:lstStyle/>
          <a:p>
            <a:fld id="{3135EEA2-8D42-4D46-95A6-66E65FDC5EB1}" type="slidenum">
              <a:rPr lang="it-IT" smtClean="0"/>
              <a:pPr/>
              <a:t>‹N›</a:t>
            </a:fld>
            <a:endParaRPr lang="it-IT"/>
          </a:p>
        </p:txBody>
      </p:sp>
      <p:sp>
        <p:nvSpPr>
          <p:cNvPr id="8" name="Segnaposto testo 7">
            <a:extLst>
              <a:ext uri="{FF2B5EF4-FFF2-40B4-BE49-F238E27FC236}">
                <a16:creationId xmlns:a16="http://schemas.microsoft.com/office/drawing/2014/main" id="{67325048-9832-400A-BAC7-02B5977E3E3F}"/>
              </a:ext>
            </a:extLst>
          </p:cNvPr>
          <p:cNvSpPr>
            <a:spLocks noGrp="1"/>
          </p:cNvSpPr>
          <p:nvPr>
            <p:ph type="body" sz="quarter" idx="13"/>
          </p:nvPr>
        </p:nvSpPr>
        <p:spPr>
          <a:xfrm>
            <a:off x="334963" y="2060575"/>
            <a:ext cx="2163762" cy="4429125"/>
          </a:xfrm>
        </p:spPr>
        <p:txBody>
          <a:bodyPr>
            <a:noAutofit/>
          </a:bodyPr>
          <a:lstStyle>
            <a:lvl1pPr>
              <a:defRPr sz="1600"/>
            </a:lvl1pPr>
            <a:lvl2pPr>
              <a:defRPr sz="1400"/>
            </a:lvl2pPr>
            <a:lvl3pPr>
              <a:defRPr sz="1400"/>
            </a:lvl3pPr>
            <a:lvl4pPr>
              <a:defRPr sz="1400"/>
            </a:lvl4pPr>
            <a:lvl5pPr>
              <a:defRPr sz="1400"/>
            </a:lvl5pPr>
          </a:lstStyle>
          <a:p>
            <a:pPr lvl="0"/>
            <a:endParaRPr lang="it-IT" dirty="0"/>
          </a:p>
        </p:txBody>
      </p:sp>
      <p:sp>
        <p:nvSpPr>
          <p:cNvPr id="9" name="Segnaposto contenuto 8">
            <a:extLst>
              <a:ext uri="{FF2B5EF4-FFF2-40B4-BE49-F238E27FC236}">
                <a16:creationId xmlns:a16="http://schemas.microsoft.com/office/drawing/2014/main" id="{9B8341C8-2CFC-44BF-90C6-72E69DB88898}"/>
              </a:ext>
            </a:extLst>
          </p:cNvPr>
          <p:cNvSpPr>
            <a:spLocks noGrp="1"/>
          </p:cNvSpPr>
          <p:nvPr>
            <p:ph sz="quarter" idx="15"/>
          </p:nvPr>
        </p:nvSpPr>
        <p:spPr>
          <a:xfrm>
            <a:off x="3216275" y="2060575"/>
            <a:ext cx="8640762" cy="3997325"/>
          </a:xfrm>
          <a:noFill/>
        </p:spPr>
        <p:txBody>
          <a:bodyPr>
            <a:normAutofit/>
          </a:bodyPr>
          <a:lstStyle>
            <a:lvl1pPr>
              <a:defRPr sz="1600"/>
            </a:lvl1pPr>
            <a:lvl2pPr>
              <a:defRPr sz="1400"/>
            </a:lvl2pPr>
            <a:lvl3pPr>
              <a:defRPr sz="1400"/>
            </a:lvl3pPr>
            <a:lvl4pPr>
              <a:defRPr sz="1400"/>
            </a:lvl4pPr>
            <a:lvl5pPr>
              <a:defRPr sz="1400"/>
            </a:lvl5pPr>
          </a:lstStyle>
          <a:p>
            <a:pPr lvl="0"/>
            <a:endParaRPr lang="it-IT" dirty="0"/>
          </a:p>
        </p:txBody>
      </p:sp>
      <p:sp>
        <p:nvSpPr>
          <p:cNvPr id="12" name="Segnaposto testo 11">
            <a:extLst>
              <a:ext uri="{FF2B5EF4-FFF2-40B4-BE49-F238E27FC236}">
                <a16:creationId xmlns:a16="http://schemas.microsoft.com/office/drawing/2014/main" id="{1B32F2C4-840A-465D-B8D3-9DE2BF3FC6AF}"/>
              </a:ext>
            </a:extLst>
          </p:cNvPr>
          <p:cNvSpPr>
            <a:spLocks noGrp="1"/>
          </p:cNvSpPr>
          <p:nvPr>
            <p:ph type="body" sz="quarter" idx="16"/>
          </p:nvPr>
        </p:nvSpPr>
        <p:spPr>
          <a:xfrm>
            <a:off x="3216275" y="6207125"/>
            <a:ext cx="5232400" cy="282575"/>
          </a:xfrm>
        </p:spPr>
        <p:txBody>
          <a:bodyPr anchor="b">
            <a:noAutofit/>
          </a:bodyPr>
          <a:lstStyle>
            <a:lvl1pPr>
              <a:defRPr sz="900"/>
            </a:lvl1pPr>
          </a:lstStyle>
          <a:p>
            <a:pPr lvl="0"/>
            <a:endParaRPr lang="it-IT" dirty="0"/>
          </a:p>
        </p:txBody>
      </p:sp>
    </p:spTree>
    <p:extLst>
      <p:ext uri="{BB962C8B-B14F-4D97-AF65-F5344CB8AC3E}">
        <p14:creationId xmlns:p14="http://schemas.microsoft.com/office/powerpoint/2010/main" val="18835770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agina sfondo colore _ oggetto">
    <p:bg>
      <p:bgPr>
        <a:solidFill>
          <a:srgbClr val="F3F3F3"/>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334963" y="812652"/>
            <a:ext cx="11522075" cy="840083"/>
          </a:xfrm>
          <a:prstGeom prst="rect">
            <a:avLst/>
          </a:prstGeom>
        </p:spPr>
        <p:txBody>
          <a:bodyPr/>
          <a:lstStyle/>
          <a:p>
            <a:endParaRPr lang="it-IT" dirty="0"/>
          </a:p>
        </p:txBody>
      </p:sp>
      <p:sp>
        <p:nvSpPr>
          <p:cNvPr id="3" name="Segnaposto contenuto 2">
            <a:extLst>
              <a:ext uri="{FF2B5EF4-FFF2-40B4-BE49-F238E27FC236}">
                <a16:creationId xmlns:a16="http://schemas.microsoft.com/office/drawing/2014/main" id="{035458E8-0508-42CF-A7E2-ABE84A714D6B}"/>
              </a:ext>
            </a:extLst>
          </p:cNvPr>
          <p:cNvSpPr>
            <a:spLocks noGrp="1"/>
          </p:cNvSpPr>
          <p:nvPr>
            <p:ph idx="1" hasCustomPrompt="1"/>
          </p:nvPr>
        </p:nvSpPr>
        <p:spPr>
          <a:xfrm>
            <a:off x="334963" y="2060576"/>
            <a:ext cx="11522075" cy="4146550"/>
          </a:xfrm>
          <a:noFill/>
        </p:spPr>
        <p:txBody>
          <a:bodyPr/>
          <a:lstStyle>
            <a:lvl1pPr>
              <a:defRPr/>
            </a:lvl1pPr>
          </a:lstStyle>
          <a:p>
            <a:pPr lvl="0"/>
            <a:r>
              <a:rPr lang="it-IT" dirty="0"/>
              <a:t>Inserire testo / oggetto</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‹N›</a:t>
            </a:fld>
            <a:endParaRPr lang="it-IT"/>
          </a:p>
        </p:txBody>
      </p:sp>
      <p:sp>
        <p:nvSpPr>
          <p:cNvPr id="7" name="Segnaposto testo 11">
            <a:extLst>
              <a:ext uri="{FF2B5EF4-FFF2-40B4-BE49-F238E27FC236}">
                <a16:creationId xmlns:a16="http://schemas.microsoft.com/office/drawing/2014/main" id="{8E2D0317-6708-4FD8-83CC-23BC5CFD3BE1}"/>
              </a:ext>
            </a:extLst>
          </p:cNvPr>
          <p:cNvSpPr>
            <a:spLocks noGrp="1"/>
          </p:cNvSpPr>
          <p:nvPr>
            <p:ph type="body" sz="quarter" idx="16"/>
          </p:nvPr>
        </p:nvSpPr>
        <p:spPr>
          <a:xfrm>
            <a:off x="334962" y="6207125"/>
            <a:ext cx="5232400" cy="282575"/>
          </a:xfrm>
        </p:spPr>
        <p:txBody>
          <a:bodyPr anchor="b">
            <a:normAutofit/>
          </a:bodyPr>
          <a:lstStyle>
            <a:lvl1pPr>
              <a:defRPr sz="900"/>
            </a:lvl1pPr>
          </a:lstStyle>
          <a:p>
            <a:pPr lvl="0"/>
            <a:endParaRPr lang="it-IT" dirty="0"/>
          </a:p>
        </p:txBody>
      </p:sp>
    </p:spTree>
    <p:extLst>
      <p:ext uri="{BB962C8B-B14F-4D97-AF65-F5344CB8AC3E}">
        <p14:creationId xmlns:p14="http://schemas.microsoft.com/office/powerpoint/2010/main" val="1636660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agina immagine _ A">
    <p:spTree>
      <p:nvGrpSpPr>
        <p:cNvPr id="1" name=""/>
        <p:cNvGrpSpPr/>
        <p:nvPr/>
      </p:nvGrpSpPr>
      <p:grpSpPr>
        <a:xfrm>
          <a:off x="0" y="0"/>
          <a:ext cx="0" cy="0"/>
          <a:chOff x="0" y="0"/>
          <a:chExt cx="0" cy="0"/>
        </a:xfrm>
      </p:grpSpPr>
      <p:sp>
        <p:nvSpPr>
          <p:cNvPr id="8" name="Segnaposto immagine 7">
            <a:extLst>
              <a:ext uri="{FF2B5EF4-FFF2-40B4-BE49-F238E27FC236}">
                <a16:creationId xmlns:a16="http://schemas.microsoft.com/office/drawing/2014/main" id="{858C886A-46B2-4CBC-A989-B9F302647C17}"/>
              </a:ext>
            </a:extLst>
          </p:cNvPr>
          <p:cNvSpPr>
            <a:spLocks noGrp="1"/>
          </p:cNvSpPr>
          <p:nvPr>
            <p:ph type="pic" sz="quarter" idx="13"/>
          </p:nvPr>
        </p:nvSpPr>
        <p:spPr>
          <a:xfrm>
            <a:off x="5720316" y="812652"/>
            <a:ext cx="6471684" cy="5677048"/>
          </a:xfrm>
          <a:noFill/>
        </p:spPr>
        <p:txBody>
          <a:bodyPr/>
          <a:lstStyle/>
          <a:p>
            <a:endParaRPr lang="it-IT"/>
          </a:p>
        </p:txBody>
      </p:sp>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334964" y="812652"/>
            <a:ext cx="4705298" cy="840083"/>
          </a:xfrm>
          <a:prstGeom prst="rect">
            <a:avLst/>
          </a:prstGeom>
        </p:spPr>
        <p:txBody>
          <a:bodyPr/>
          <a:lstStyle/>
          <a:p>
            <a:r>
              <a:rPr lang="it-IT" dirty="0"/>
              <a:t>Fare clic per modificare lo stile del titolo dello schema</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‹N›</a:t>
            </a:fld>
            <a:endParaRPr lang="it-IT"/>
          </a:p>
        </p:txBody>
      </p:sp>
      <p:sp>
        <p:nvSpPr>
          <p:cNvPr id="12" name="Segnaposto testo 11">
            <a:extLst>
              <a:ext uri="{FF2B5EF4-FFF2-40B4-BE49-F238E27FC236}">
                <a16:creationId xmlns:a16="http://schemas.microsoft.com/office/drawing/2014/main" id="{13E84B02-C61F-4F06-B7D2-53B386310863}"/>
              </a:ext>
            </a:extLst>
          </p:cNvPr>
          <p:cNvSpPr>
            <a:spLocks noGrp="1"/>
          </p:cNvSpPr>
          <p:nvPr>
            <p:ph type="body" sz="quarter" idx="14"/>
          </p:nvPr>
        </p:nvSpPr>
        <p:spPr>
          <a:xfrm>
            <a:off x="334963" y="2060575"/>
            <a:ext cx="4705299" cy="4429125"/>
          </a:xfrm>
        </p:spPr>
        <p:txBody>
          <a:bodyPr/>
          <a:lstStyle/>
          <a:p>
            <a:pPr lvl="0"/>
            <a:endParaRPr lang="it-IT" dirty="0"/>
          </a:p>
        </p:txBody>
      </p:sp>
    </p:spTree>
    <p:extLst>
      <p:ext uri="{BB962C8B-B14F-4D97-AF65-F5344CB8AC3E}">
        <p14:creationId xmlns:p14="http://schemas.microsoft.com/office/powerpoint/2010/main" val="14022925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agina immagine _ B">
    <p:spTree>
      <p:nvGrpSpPr>
        <p:cNvPr id="1" name=""/>
        <p:cNvGrpSpPr/>
        <p:nvPr/>
      </p:nvGrpSpPr>
      <p:grpSpPr>
        <a:xfrm>
          <a:off x="0" y="0"/>
          <a:ext cx="0" cy="0"/>
          <a:chOff x="0" y="0"/>
          <a:chExt cx="0" cy="0"/>
        </a:xfrm>
      </p:grpSpPr>
      <p:sp>
        <p:nvSpPr>
          <p:cNvPr id="9" name="Rettangolo 8">
            <a:extLst>
              <a:ext uri="{FF2B5EF4-FFF2-40B4-BE49-F238E27FC236}">
                <a16:creationId xmlns:a16="http://schemas.microsoft.com/office/drawing/2014/main" id="{BF578AB8-DC96-4BF4-9F97-D7DA508CF3E9}"/>
              </a:ext>
            </a:extLst>
          </p:cNvPr>
          <p:cNvSpPr/>
          <p:nvPr userDrawn="1"/>
        </p:nvSpPr>
        <p:spPr>
          <a:xfrm>
            <a:off x="0" y="0"/>
            <a:ext cx="2855913" cy="6858000"/>
          </a:xfrm>
          <a:prstGeom prst="rect">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Segnaposto immagine 7">
            <a:extLst>
              <a:ext uri="{FF2B5EF4-FFF2-40B4-BE49-F238E27FC236}">
                <a16:creationId xmlns:a16="http://schemas.microsoft.com/office/drawing/2014/main" id="{858C886A-46B2-4CBC-A989-B9F302647C17}"/>
              </a:ext>
            </a:extLst>
          </p:cNvPr>
          <p:cNvSpPr>
            <a:spLocks noGrp="1"/>
          </p:cNvSpPr>
          <p:nvPr>
            <p:ph type="pic" sz="quarter" idx="13"/>
          </p:nvPr>
        </p:nvSpPr>
        <p:spPr>
          <a:xfrm>
            <a:off x="886120" y="812652"/>
            <a:ext cx="4355183" cy="5677048"/>
          </a:xfrm>
          <a:noFill/>
        </p:spPr>
        <p:txBody>
          <a:bodyPr/>
          <a:lstStyle/>
          <a:p>
            <a:endParaRPr lang="it-IT"/>
          </a:p>
        </p:txBody>
      </p:sp>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5835192" y="812652"/>
            <a:ext cx="6021846" cy="840083"/>
          </a:xfrm>
          <a:prstGeom prst="rect">
            <a:avLst/>
          </a:prstGeom>
        </p:spPr>
        <p:txBody>
          <a:bodyPr/>
          <a:lstStyle/>
          <a:p>
            <a:r>
              <a:rPr lang="it-IT" dirty="0"/>
              <a:t>Fare clic per modificare lo stile del titolo dello schema</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‹N›</a:t>
            </a:fld>
            <a:endParaRPr lang="it-IT"/>
          </a:p>
        </p:txBody>
      </p:sp>
      <p:sp>
        <p:nvSpPr>
          <p:cNvPr id="10" name="Segnaposto testo 9">
            <a:extLst>
              <a:ext uri="{FF2B5EF4-FFF2-40B4-BE49-F238E27FC236}">
                <a16:creationId xmlns:a16="http://schemas.microsoft.com/office/drawing/2014/main" id="{4BEA68D2-13D7-4E83-8B67-3B7D4B3EBFD8}"/>
              </a:ext>
            </a:extLst>
          </p:cNvPr>
          <p:cNvSpPr>
            <a:spLocks noGrp="1"/>
          </p:cNvSpPr>
          <p:nvPr>
            <p:ph type="body" sz="quarter" idx="14"/>
          </p:nvPr>
        </p:nvSpPr>
        <p:spPr>
          <a:xfrm>
            <a:off x="5835192" y="2060575"/>
            <a:ext cx="6021846" cy="4429125"/>
          </a:xfrm>
        </p:spPr>
        <p:txBody>
          <a:bodyPr>
            <a:noAutofit/>
          </a:bodyPr>
          <a:lstStyle>
            <a:lvl1pPr>
              <a:defRPr sz="1600"/>
            </a:lvl1pPr>
            <a:lvl2pPr>
              <a:defRPr sz="1600"/>
            </a:lvl2pPr>
            <a:lvl3pPr>
              <a:defRPr sz="1600"/>
            </a:lvl3pPr>
            <a:lvl4pPr>
              <a:defRPr sz="1600"/>
            </a:lvl4pPr>
            <a:lvl5pPr>
              <a:defRPr sz="1600"/>
            </a:lvl5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34004924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agina didascalia _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334963" y="812652"/>
            <a:ext cx="6120000" cy="840083"/>
          </a:xfrm>
          <a:prstGeom prst="rect">
            <a:avLst/>
          </a:prstGeom>
        </p:spPr>
        <p:txBody>
          <a:bodyPr/>
          <a:lstStyle/>
          <a:p>
            <a:r>
              <a:rPr lang="it-IT" dirty="0"/>
              <a:t>Fare clic per modificare lo stile del titolo dello schema</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‹N›</a:t>
            </a:fld>
            <a:endParaRPr lang="it-IT"/>
          </a:p>
        </p:txBody>
      </p:sp>
      <p:sp>
        <p:nvSpPr>
          <p:cNvPr id="12" name="Segnaposto testo 11">
            <a:extLst>
              <a:ext uri="{FF2B5EF4-FFF2-40B4-BE49-F238E27FC236}">
                <a16:creationId xmlns:a16="http://schemas.microsoft.com/office/drawing/2014/main" id="{13E84B02-C61F-4F06-B7D2-53B386310863}"/>
              </a:ext>
            </a:extLst>
          </p:cNvPr>
          <p:cNvSpPr>
            <a:spLocks noGrp="1"/>
          </p:cNvSpPr>
          <p:nvPr>
            <p:ph type="body" sz="quarter" idx="14"/>
          </p:nvPr>
        </p:nvSpPr>
        <p:spPr>
          <a:xfrm>
            <a:off x="334963" y="2060575"/>
            <a:ext cx="6120000" cy="4429125"/>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9" name="Segnaposto testo 11">
            <a:extLst>
              <a:ext uri="{FF2B5EF4-FFF2-40B4-BE49-F238E27FC236}">
                <a16:creationId xmlns:a16="http://schemas.microsoft.com/office/drawing/2014/main" id="{44C15745-FE91-4F85-912A-DE21BA99A8BB}"/>
              </a:ext>
            </a:extLst>
          </p:cNvPr>
          <p:cNvSpPr>
            <a:spLocks noGrp="1"/>
          </p:cNvSpPr>
          <p:nvPr>
            <p:ph type="body" sz="quarter" idx="16"/>
          </p:nvPr>
        </p:nvSpPr>
        <p:spPr>
          <a:xfrm>
            <a:off x="7331074" y="6207125"/>
            <a:ext cx="4525963" cy="282575"/>
          </a:xfrm>
        </p:spPr>
        <p:txBody>
          <a:bodyPr anchor="b">
            <a:normAutofit/>
          </a:bodyPr>
          <a:lstStyle>
            <a:lvl1pPr>
              <a:defRPr sz="900"/>
            </a:lvl1pPr>
          </a:lstStyle>
          <a:p>
            <a:pPr lvl="0"/>
            <a:endParaRPr lang="it-IT" dirty="0"/>
          </a:p>
        </p:txBody>
      </p:sp>
      <p:sp>
        <p:nvSpPr>
          <p:cNvPr id="13" name="Segnaposto contenuto 10">
            <a:extLst>
              <a:ext uri="{FF2B5EF4-FFF2-40B4-BE49-F238E27FC236}">
                <a16:creationId xmlns:a16="http://schemas.microsoft.com/office/drawing/2014/main" id="{981C075B-AD13-4CF1-8E6F-EFDE96C167BD}"/>
              </a:ext>
            </a:extLst>
          </p:cNvPr>
          <p:cNvSpPr>
            <a:spLocks noGrp="1"/>
          </p:cNvSpPr>
          <p:nvPr>
            <p:ph sz="quarter" idx="17"/>
          </p:nvPr>
        </p:nvSpPr>
        <p:spPr>
          <a:xfrm>
            <a:off x="7331075" y="800100"/>
            <a:ext cx="4525963" cy="5407025"/>
          </a:xfrm>
          <a:noFill/>
        </p:spPr>
        <p:txBody>
          <a:bodyPr/>
          <a:lstStyle/>
          <a:p>
            <a:pPr lvl="0"/>
            <a:endParaRPr lang="it-IT" dirty="0"/>
          </a:p>
        </p:txBody>
      </p:sp>
    </p:spTree>
    <p:extLst>
      <p:ext uri="{BB962C8B-B14F-4D97-AF65-F5344CB8AC3E}">
        <p14:creationId xmlns:p14="http://schemas.microsoft.com/office/powerpoint/2010/main" val="21539323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agina didascalia _B">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F4CC49-BF64-4501-AD26-31299F38CC56}"/>
              </a:ext>
            </a:extLst>
          </p:cNvPr>
          <p:cNvSpPr>
            <a:spLocks noGrp="1"/>
          </p:cNvSpPr>
          <p:nvPr>
            <p:ph type="title"/>
          </p:nvPr>
        </p:nvSpPr>
        <p:spPr>
          <a:xfrm>
            <a:off x="334962" y="812652"/>
            <a:ext cx="6120000" cy="840083"/>
          </a:xfrm>
          <a:prstGeom prst="rect">
            <a:avLst/>
          </a:prstGeom>
        </p:spPr>
        <p:txBody>
          <a:bodyPr/>
          <a:lstStyle/>
          <a:p>
            <a:r>
              <a:rPr lang="it-IT" dirty="0"/>
              <a:t>Fare clic per modificare lo stile del titolo dello schema</a:t>
            </a:r>
          </a:p>
        </p:txBody>
      </p:sp>
      <p:sp>
        <p:nvSpPr>
          <p:cNvPr id="4" name="Segnaposto data 3">
            <a:extLst>
              <a:ext uri="{FF2B5EF4-FFF2-40B4-BE49-F238E27FC236}">
                <a16:creationId xmlns:a16="http://schemas.microsoft.com/office/drawing/2014/main" id="{496A4B48-3E59-4C49-8298-F9F8442DAB3F}"/>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a16:creationId xmlns:a16="http://schemas.microsoft.com/office/drawing/2014/main" id="{174028AC-2CCC-4D8D-959A-F6ABF13956E8}"/>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p>
        </p:txBody>
      </p:sp>
      <p:sp>
        <p:nvSpPr>
          <p:cNvPr id="6" name="Segnaposto numero diapositiva 5">
            <a:extLst>
              <a:ext uri="{FF2B5EF4-FFF2-40B4-BE49-F238E27FC236}">
                <a16:creationId xmlns:a16="http://schemas.microsoft.com/office/drawing/2014/main" id="{BB0D810A-BB19-46E5-95EF-8E0D57F0BA8A}"/>
              </a:ext>
            </a:extLst>
          </p:cNvPr>
          <p:cNvSpPr>
            <a:spLocks noGrp="1"/>
          </p:cNvSpPr>
          <p:nvPr>
            <p:ph type="sldNum" sz="quarter" idx="12"/>
          </p:nvPr>
        </p:nvSpPr>
        <p:spPr/>
        <p:txBody>
          <a:bodyPr/>
          <a:lstStyle/>
          <a:p>
            <a:fld id="{3135EEA2-8D42-4D46-95A6-66E65FDC5EB1}" type="slidenum">
              <a:rPr lang="it-IT" smtClean="0"/>
              <a:t>‹N›</a:t>
            </a:fld>
            <a:endParaRPr lang="it-IT"/>
          </a:p>
        </p:txBody>
      </p:sp>
      <p:sp>
        <p:nvSpPr>
          <p:cNvPr id="12" name="Segnaposto testo 11">
            <a:extLst>
              <a:ext uri="{FF2B5EF4-FFF2-40B4-BE49-F238E27FC236}">
                <a16:creationId xmlns:a16="http://schemas.microsoft.com/office/drawing/2014/main" id="{13E84B02-C61F-4F06-B7D2-53B386310863}"/>
              </a:ext>
            </a:extLst>
          </p:cNvPr>
          <p:cNvSpPr>
            <a:spLocks noGrp="1"/>
          </p:cNvSpPr>
          <p:nvPr>
            <p:ph type="body" sz="quarter" idx="14"/>
          </p:nvPr>
        </p:nvSpPr>
        <p:spPr>
          <a:xfrm>
            <a:off x="334963" y="2060575"/>
            <a:ext cx="6120000" cy="4429125"/>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9" name="Segnaposto testo 11">
            <a:extLst>
              <a:ext uri="{FF2B5EF4-FFF2-40B4-BE49-F238E27FC236}">
                <a16:creationId xmlns:a16="http://schemas.microsoft.com/office/drawing/2014/main" id="{44C15745-FE91-4F85-912A-DE21BA99A8BB}"/>
              </a:ext>
            </a:extLst>
          </p:cNvPr>
          <p:cNvSpPr>
            <a:spLocks noGrp="1"/>
          </p:cNvSpPr>
          <p:nvPr>
            <p:ph type="body" sz="quarter" idx="16"/>
          </p:nvPr>
        </p:nvSpPr>
        <p:spPr>
          <a:xfrm>
            <a:off x="7331074" y="6207125"/>
            <a:ext cx="4525963" cy="282575"/>
          </a:xfrm>
        </p:spPr>
        <p:txBody>
          <a:bodyPr anchor="b">
            <a:normAutofit/>
          </a:bodyPr>
          <a:lstStyle>
            <a:lvl1pPr>
              <a:defRPr sz="900"/>
            </a:lvl1pPr>
          </a:lstStyle>
          <a:p>
            <a:pPr lvl="0"/>
            <a:endParaRPr lang="it-IT" dirty="0"/>
          </a:p>
        </p:txBody>
      </p:sp>
      <p:sp>
        <p:nvSpPr>
          <p:cNvPr id="14" name="Segnaposto testo 11">
            <a:extLst>
              <a:ext uri="{FF2B5EF4-FFF2-40B4-BE49-F238E27FC236}">
                <a16:creationId xmlns:a16="http://schemas.microsoft.com/office/drawing/2014/main" id="{347D0FBD-1472-468C-84DA-540ADCCDF147}"/>
              </a:ext>
            </a:extLst>
          </p:cNvPr>
          <p:cNvSpPr>
            <a:spLocks noGrp="1"/>
          </p:cNvSpPr>
          <p:nvPr>
            <p:ph type="body" sz="quarter" idx="18"/>
          </p:nvPr>
        </p:nvSpPr>
        <p:spPr>
          <a:xfrm>
            <a:off x="7331074" y="3138105"/>
            <a:ext cx="4525963" cy="282575"/>
          </a:xfrm>
        </p:spPr>
        <p:txBody>
          <a:bodyPr anchor="b">
            <a:normAutofit/>
          </a:bodyPr>
          <a:lstStyle>
            <a:lvl1pPr>
              <a:defRPr sz="900"/>
            </a:lvl1pPr>
          </a:lstStyle>
          <a:p>
            <a:pPr lvl="0"/>
            <a:endParaRPr lang="it-IT" dirty="0"/>
          </a:p>
        </p:txBody>
      </p:sp>
      <p:sp>
        <p:nvSpPr>
          <p:cNvPr id="18" name="Segnaposto contenuto 10">
            <a:extLst>
              <a:ext uri="{FF2B5EF4-FFF2-40B4-BE49-F238E27FC236}">
                <a16:creationId xmlns:a16="http://schemas.microsoft.com/office/drawing/2014/main" id="{AE654BE7-A245-475E-B2C5-2D5C0EA5B87D}"/>
              </a:ext>
            </a:extLst>
          </p:cNvPr>
          <p:cNvSpPr>
            <a:spLocks noGrp="1"/>
          </p:cNvSpPr>
          <p:nvPr>
            <p:ph sz="quarter" idx="19"/>
          </p:nvPr>
        </p:nvSpPr>
        <p:spPr>
          <a:xfrm>
            <a:off x="7331075" y="3867807"/>
            <a:ext cx="4525963" cy="2339318"/>
          </a:xfrm>
          <a:noFill/>
        </p:spPr>
        <p:txBody>
          <a:bodyPr/>
          <a:lstStyle/>
          <a:p>
            <a:pPr lvl="0"/>
            <a:endParaRPr lang="it-IT" dirty="0"/>
          </a:p>
        </p:txBody>
      </p:sp>
      <p:sp>
        <p:nvSpPr>
          <p:cNvPr id="19" name="Segnaposto contenuto 10">
            <a:extLst>
              <a:ext uri="{FF2B5EF4-FFF2-40B4-BE49-F238E27FC236}">
                <a16:creationId xmlns:a16="http://schemas.microsoft.com/office/drawing/2014/main" id="{C7FD40C7-9A42-4239-BA55-CFB8D43C528F}"/>
              </a:ext>
            </a:extLst>
          </p:cNvPr>
          <p:cNvSpPr>
            <a:spLocks noGrp="1"/>
          </p:cNvSpPr>
          <p:nvPr>
            <p:ph sz="quarter" idx="20"/>
          </p:nvPr>
        </p:nvSpPr>
        <p:spPr>
          <a:xfrm>
            <a:off x="7331075" y="799291"/>
            <a:ext cx="4525963" cy="2339318"/>
          </a:xfrm>
          <a:noFill/>
        </p:spPr>
        <p:txBody>
          <a:bodyPr/>
          <a:lstStyle/>
          <a:p>
            <a:pPr lvl="0"/>
            <a:endParaRPr lang="it-IT" dirty="0"/>
          </a:p>
        </p:txBody>
      </p:sp>
    </p:spTree>
    <p:extLst>
      <p:ext uri="{BB962C8B-B14F-4D97-AF65-F5344CB8AC3E}">
        <p14:creationId xmlns:p14="http://schemas.microsoft.com/office/powerpoint/2010/main" val="21262106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agina didascalia _C">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a:xfrm>
            <a:off x="334964" y="808073"/>
            <a:ext cx="8640000" cy="840083"/>
          </a:xfrm>
        </p:spPr>
        <p:txBody>
          <a:bodyPr/>
          <a:lstStyle/>
          <a:p>
            <a:endParaRPr lang="it-IT" dirty="0"/>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‹N›</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334963" y="2060576"/>
            <a:ext cx="8640000" cy="761756"/>
          </a:xfrm>
        </p:spPr>
        <p:txBody>
          <a:bodyPr/>
          <a:lstStyle/>
          <a:p>
            <a:pPr lvl="0"/>
            <a:endParaRPr lang="it-IT" dirty="0"/>
          </a:p>
        </p:txBody>
      </p:sp>
      <p:sp>
        <p:nvSpPr>
          <p:cNvPr id="8" name="Segnaposto contenuto 2">
            <a:extLst>
              <a:ext uri="{FF2B5EF4-FFF2-40B4-BE49-F238E27FC236}">
                <a16:creationId xmlns:a16="http://schemas.microsoft.com/office/drawing/2014/main" id="{D48807E7-406F-46DA-A7FF-0C97525854B7}"/>
              </a:ext>
            </a:extLst>
          </p:cNvPr>
          <p:cNvSpPr>
            <a:spLocks noGrp="1"/>
          </p:cNvSpPr>
          <p:nvPr>
            <p:ph idx="1"/>
          </p:nvPr>
        </p:nvSpPr>
        <p:spPr>
          <a:xfrm>
            <a:off x="334963" y="3234752"/>
            <a:ext cx="5423999" cy="2972374"/>
          </a:xfrm>
          <a:noFill/>
        </p:spPr>
        <p:txBody>
          <a:bodyPr/>
          <a:lstStyle/>
          <a:p>
            <a:pPr lvl="0"/>
            <a:endParaRPr lang="it-IT" dirty="0"/>
          </a:p>
        </p:txBody>
      </p:sp>
      <p:sp>
        <p:nvSpPr>
          <p:cNvPr id="9" name="Segnaposto testo 11">
            <a:extLst>
              <a:ext uri="{FF2B5EF4-FFF2-40B4-BE49-F238E27FC236}">
                <a16:creationId xmlns:a16="http://schemas.microsoft.com/office/drawing/2014/main" id="{833CAB92-1558-4E15-91D9-6F44CDF88BF1}"/>
              </a:ext>
            </a:extLst>
          </p:cNvPr>
          <p:cNvSpPr>
            <a:spLocks noGrp="1"/>
          </p:cNvSpPr>
          <p:nvPr>
            <p:ph type="body" sz="quarter" idx="16"/>
          </p:nvPr>
        </p:nvSpPr>
        <p:spPr>
          <a:xfrm>
            <a:off x="334962" y="6207125"/>
            <a:ext cx="5423999" cy="282575"/>
          </a:xfrm>
        </p:spPr>
        <p:txBody>
          <a:bodyPr anchor="b">
            <a:normAutofit/>
          </a:bodyPr>
          <a:lstStyle>
            <a:lvl1pPr>
              <a:defRPr sz="900"/>
            </a:lvl1pPr>
          </a:lstStyle>
          <a:p>
            <a:pPr lvl="0"/>
            <a:endParaRPr lang="it-IT" dirty="0"/>
          </a:p>
        </p:txBody>
      </p:sp>
      <p:sp>
        <p:nvSpPr>
          <p:cNvPr id="10" name="Segnaposto contenuto 2">
            <a:extLst>
              <a:ext uri="{FF2B5EF4-FFF2-40B4-BE49-F238E27FC236}">
                <a16:creationId xmlns:a16="http://schemas.microsoft.com/office/drawing/2014/main" id="{B0E56354-394B-4187-9F9C-3EC0AFE56EFB}"/>
              </a:ext>
            </a:extLst>
          </p:cNvPr>
          <p:cNvSpPr>
            <a:spLocks noGrp="1"/>
          </p:cNvSpPr>
          <p:nvPr>
            <p:ph idx="17"/>
          </p:nvPr>
        </p:nvSpPr>
        <p:spPr>
          <a:xfrm>
            <a:off x="6463201" y="3234752"/>
            <a:ext cx="5423999" cy="2972374"/>
          </a:xfrm>
          <a:noFill/>
        </p:spPr>
        <p:txBody>
          <a:bodyPr/>
          <a:lstStyle/>
          <a:p>
            <a:pPr lvl="0"/>
            <a:endParaRPr lang="it-IT" dirty="0"/>
          </a:p>
        </p:txBody>
      </p:sp>
      <p:sp>
        <p:nvSpPr>
          <p:cNvPr id="11" name="Segnaposto testo 11">
            <a:extLst>
              <a:ext uri="{FF2B5EF4-FFF2-40B4-BE49-F238E27FC236}">
                <a16:creationId xmlns:a16="http://schemas.microsoft.com/office/drawing/2014/main" id="{FA2B0198-8A91-4620-9797-8C5B2DBFE186}"/>
              </a:ext>
            </a:extLst>
          </p:cNvPr>
          <p:cNvSpPr>
            <a:spLocks noGrp="1"/>
          </p:cNvSpPr>
          <p:nvPr>
            <p:ph type="body" sz="quarter" idx="18"/>
          </p:nvPr>
        </p:nvSpPr>
        <p:spPr>
          <a:xfrm>
            <a:off x="6463200" y="6207125"/>
            <a:ext cx="5423999" cy="282575"/>
          </a:xfrm>
        </p:spPr>
        <p:txBody>
          <a:bodyPr anchor="b">
            <a:normAutofit/>
          </a:bodyPr>
          <a:lstStyle>
            <a:lvl1pPr>
              <a:defRPr sz="900"/>
            </a:lvl1pPr>
          </a:lstStyle>
          <a:p>
            <a:pPr lvl="0"/>
            <a:endParaRPr lang="it-IT" dirty="0"/>
          </a:p>
        </p:txBody>
      </p:sp>
    </p:spTree>
    <p:extLst>
      <p:ext uri="{BB962C8B-B14F-4D97-AF65-F5344CB8AC3E}">
        <p14:creationId xmlns:p14="http://schemas.microsoft.com/office/powerpoint/2010/main" val="499731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Pagina grafica _ 2 colonne">
    <p:spTree>
      <p:nvGrpSpPr>
        <p:cNvPr id="1" name=""/>
        <p:cNvGrpSpPr/>
        <p:nvPr/>
      </p:nvGrpSpPr>
      <p:grpSpPr>
        <a:xfrm>
          <a:off x="0" y="0"/>
          <a:ext cx="0" cy="0"/>
          <a:chOff x="0" y="0"/>
          <a:chExt cx="0" cy="0"/>
        </a:xfrm>
      </p:grpSpPr>
      <p:cxnSp>
        <p:nvCxnSpPr>
          <p:cNvPr id="15" name="Connettore diritto 14">
            <a:extLst>
              <a:ext uri="{FF2B5EF4-FFF2-40B4-BE49-F238E27FC236}">
                <a16:creationId xmlns:a16="http://schemas.microsoft.com/office/drawing/2014/main" id="{1BA738B4-CAEF-4DF6-8F86-853259BEF8CA}"/>
              </a:ext>
            </a:extLst>
          </p:cNvPr>
          <p:cNvCxnSpPr>
            <a:cxnSpLocks/>
          </p:cNvCxnSpPr>
          <p:nvPr userDrawn="1"/>
        </p:nvCxnSpPr>
        <p:spPr>
          <a:xfrm>
            <a:off x="6096000" y="1982591"/>
            <a:ext cx="0" cy="4926573"/>
          </a:xfrm>
          <a:prstGeom prst="line">
            <a:avLst/>
          </a:prstGeom>
          <a:ln w="6350">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sp>
        <p:nvSpPr>
          <p:cNvPr id="17" name="Ovale 16">
            <a:extLst>
              <a:ext uri="{FF2B5EF4-FFF2-40B4-BE49-F238E27FC236}">
                <a16:creationId xmlns:a16="http://schemas.microsoft.com/office/drawing/2014/main" id="{4C773052-8674-4F4A-B692-74398E7F6181}"/>
              </a:ext>
            </a:extLst>
          </p:cNvPr>
          <p:cNvSpPr/>
          <p:nvPr userDrawn="1"/>
        </p:nvSpPr>
        <p:spPr>
          <a:xfrm>
            <a:off x="-72" y="1982591"/>
            <a:ext cx="6095999" cy="6086885"/>
          </a:xfrm>
          <a:prstGeom prst="ellipse">
            <a:avLst/>
          </a:prstGeom>
          <a:noFill/>
          <a:ln w="6350">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Ovale 17">
            <a:extLst>
              <a:ext uri="{FF2B5EF4-FFF2-40B4-BE49-F238E27FC236}">
                <a16:creationId xmlns:a16="http://schemas.microsoft.com/office/drawing/2014/main" id="{4494B2F9-56E8-468F-84B7-6289E8C13D51}"/>
              </a:ext>
            </a:extLst>
          </p:cNvPr>
          <p:cNvSpPr/>
          <p:nvPr userDrawn="1"/>
        </p:nvSpPr>
        <p:spPr>
          <a:xfrm>
            <a:off x="6096000" y="1982591"/>
            <a:ext cx="6095999" cy="6086885"/>
          </a:xfrm>
          <a:prstGeom prst="ellipse">
            <a:avLst/>
          </a:prstGeom>
          <a:noFill/>
          <a:ln w="6350">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0" name="Connettore diritto 19">
            <a:extLst>
              <a:ext uri="{FF2B5EF4-FFF2-40B4-BE49-F238E27FC236}">
                <a16:creationId xmlns:a16="http://schemas.microsoft.com/office/drawing/2014/main" id="{A18E4507-53BE-463C-8276-54DFB4E83D3E}"/>
              </a:ext>
            </a:extLst>
          </p:cNvPr>
          <p:cNvCxnSpPr>
            <a:cxnSpLocks/>
          </p:cNvCxnSpPr>
          <p:nvPr userDrawn="1"/>
        </p:nvCxnSpPr>
        <p:spPr>
          <a:xfrm>
            <a:off x="0" y="1982591"/>
            <a:ext cx="12192000" cy="0"/>
          </a:xfrm>
          <a:prstGeom prst="line">
            <a:avLst/>
          </a:prstGeom>
          <a:ln w="9525">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p:txBody>
          <a:bodyPr/>
          <a:lstStyle/>
          <a:p>
            <a:endParaRPr lang="it-IT" dirty="0"/>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‹N›</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1504950" y="2887039"/>
            <a:ext cx="3400570" cy="2106202"/>
          </a:xfrm>
        </p:spPr>
        <p:txBody>
          <a:bodyPr>
            <a:noAutofit/>
          </a:bodyPr>
          <a:lstStyle>
            <a:lvl1pPr>
              <a:defRPr sz="1600"/>
            </a:lvl1pPr>
            <a:lvl2pPr>
              <a:defRPr sz="1400"/>
            </a:lvl2pPr>
            <a:lvl3pPr>
              <a:defRPr sz="1400"/>
            </a:lvl3pPr>
            <a:lvl4pPr>
              <a:defRPr sz="1400"/>
            </a:lvl4pPr>
            <a:lvl5pPr>
              <a:defRPr sz="1400"/>
            </a:lvl5pPr>
          </a:lstStyle>
          <a:p>
            <a:pPr lvl="0"/>
            <a:endParaRPr lang="it-IT" dirty="0"/>
          </a:p>
        </p:txBody>
      </p:sp>
      <p:sp>
        <p:nvSpPr>
          <p:cNvPr id="12" name="Segnaposto testo 6">
            <a:extLst>
              <a:ext uri="{FF2B5EF4-FFF2-40B4-BE49-F238E27FC236}">
                <a16:creationId xmlns:a16="http://schemas.microsoft.com/office/drawing/2014/main" id="{58D49EF2-5E35-412C-A5DD-2A6A604FC3AA}"/>
              </a:ext>
            </a:extLst>
          </p:cNvPr>
          <p:cNvSpPr>
            <a:spLocks noGrp="1"/>
          </p:cNvSpPr>
          <p:nvPr>
            <p:ph type="body" sz="quarter" idx="14"/>
          </p:nvPr>
        </p:nvSpPr>
        <p:spPr>
          <a:xfrm>
            <a:off x="7279792" y="2887039"/>
            <a:ext cx="3400570" cy="2106202"/>
          </a:xfrm>
        </p:spPr>
        <p:txBody>
          <a:bodyPr>
            <a:noAutofit/>
          </a:bodyPr>
          <a:lstStyle>
            <a:lvl1pPr>
              <a:defRPr sz="1600"/>
            </a:lvl1pPr>
            <a:lvl2pPr>
              <a:defRPr sz="1400"/>
            </a:lvl2pPr>
            <a:lvl3pPr>
              <a:defRPr sz="1400"/>
            </a:lvl3pPr>
            <a:lvl4pPr>
              <a:defRPr sz="1400"/>
            </a:lvl4pPr>
            <a:lvl5pPr>
              <a:defRPr sz="1400"/>
            </a:lvl5pPr>
          </a:lstStyle>
          <a:p>
            <a:pPr lvl="0"/>
            <a:endParaRPr lang="it-IT" dirty="0"/>
          </a:p>
        </p:txBody>
      </p:sp>
      <p:sp>
        <p:nvSpPr>
          <p:cNvPr id="10" name="Segnaposto testo 9">
            <a:extLst>
              <a:ext uri="{FF2B5EF4-FFF2-40B4-BE49-F238E27FC236}">
                <a16:creationId xmlns:a16="http://schemas.microsoft.com/office/drawing/2014/main" id="{2E32AEAB-53EF-4B9D-AE36-D26FBF01B473}"/>
              </a:ext>
            </a:extLst>
          </p:cNvPr>
          <p:cNvSpPr>
            <a:spLocks noGrp="1"/>
          </p:cNvSpPr>
          <p:nvPr>
            <p:ph type="body" sz="quarter" idx="15" hasCustomPrompt="1"/>
          </p:nvPr>
        </p:nvSpPr>
        <p:spPr>
          <a:xfrm>
            <a:off x="1504950" y="2239963"/>
            <a:ext cx="3400425" cy="441325"/>
          </a:xfrm>
        </p:spPr>
        <p:txBody>
          <a:bodyPr anchor="b">
            <a:noAutofit/>
          </a:bodyPr>
          <a:lstStyle>
            <a:lvl1pPr>
              <a:defRPr sz="16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
        <p:nvSpPr>
          <p:cNvPr id="16" name="Segnaposto testo 9">
            <a:extLst>
              <a:ext uri="{FF2B5EF4-FFF2-40B4-BE49-F238E27FC236}">
                <a16:creationId xmlns:a16="http://schemas.microsoft.com/office/drawing/2014/main" id="{8BDCC8A1-442C-4890-928F-754837D40158}"/>
              </a:ext>
            </a:extLst>
          </p:cNvPr>
          <p:cNvSpPr>
            <a:spLocks noGrp="1"/>
          </p:cNvSpPr>
          <p:nvPr>
            <p:ph type="body" sz="quarter" idx="16" hasCustomPrompt="1"/>
          </p:nvPr>
        </p:nvSpPr>
        <p:spPr>
          <a:xfrm>
            <a:off x="7279792" y="2239963"/>
            <a:ext cx="3400425" cy="441325"/>
          </a:xfrm>
        </p:spPr>
        <p:txBody>
          <a:bodyPr anchor="b">
            <a:noAutofit/>
          </a:bodyPr>
          <a:lstStyle>
            <a:lvl1pPr>
              <a:defRPr sz="16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Tree>
    <p:extLst>
      <p:ext uri="{BB962C8B-B14F-4D97-AF65-F5344CB8AC3E}">
        <p14:creationId xmlns:p14="http://schemas.microsoft.com/office/powerpoint/2010/main" val="1878624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Pagina grafica _ 3 colonne">
    <p:spTree>
      <p:nvGrpSpPr>
        <p:cNvPr id="1" name=""/>
        <p:cNvGrpSpPr/>
        <p:nvPr/>
      </p:nvGrpSpPr>
      <p:grpSpPr>
        <a:xfrm>
          <a:off x="0" y="0"/>
          <a:ext cx="0" cy="0"/>
          <a:chOff x="0" y="0"/>
          <a:chExt cx="0" cy="0"/>
        </a:xfrm>
      </p:grpSpPr>
      <p:grpSp>
        <p:nvGrpSpPr>
          <p:cNvPr id="17" name="Gruppo 16">
            <a:extLst>
              <a:ext uri="{FF2B5EF4-FFF2-40B4-BE49-F238E27FC236}">
                <a16:creationId xmlns:a16="http://schemas.microsoft.com/office/drawing/2014/main" id="{DCF77920-E824-44B3-85EA-05F2EDB6BF3F}"/>
              </a:ext>
            </a:extLst>
          </p:cNvPr>
          <p:cNvGrpSpPr/>
          <p:nvPr userDrawn="1"/>
        </p:nvGrpSpPr>
        <p:grpSpPr>
          <a:xfrm>
            <a:off x="4176734" y="1982590"/>
            <a:ext cx="3851031" cy="4875409"/>
            <a:chOff x="4176734" y="0"/>
            <a:chExt cx="3851031" cy="6858000"/>
          </a:xfrm>
        </p:grpSpPr>
        <p:cxnSp>
          <p:nvCxnSpPr>
            <p:cNvPr id="18" name="Connettore diritto 17">
              <a:extLst>
                <a:ext uri="{FF2B5EF4-FFF2-40B4-BE49-F238E27FC236}">
                  <a16:creationId xmlns:a16="http://schemas.microsoft.com/office/drawing/2014/main" id="{CB615DED-059D-4796-99B1-A05563D44C03}"/>
                </a:ext>
              </a:extLst>
            </p:cNvPr>
            <p:cNvCxnSpPr>
              <a:cxnSpLocks/>
            </p:cNvCxnSpPr>
            <p:nvPr userDrawn="1"/>
          </p:nvCxnSpPr>
          <p:spPr>
            <a:xfrm>
              <a:off x="4176734" y="0"/>
              <a:ext cx="0" cy="6858000"/>
            </a:xfrm>
            <a:prstGeom prst="line">
              <a:avLst/>
            </a:prstGeom>
            <a:ln w="6350">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Connettore diritto 18">
              <a:extLst>
                <a:ext uri="{FF2B5EF4-FFF2-40B4-BE49-F238E27FC236}">
                  <a16:creationId xmlns:a16="http://schemas.microsoft.com/office/drawing/2014/main" id="{92005C28-C91C-45A7-A685-8802C446CB65}"/>
                </a:ext>
              </a:extLst>
            </p:cNvPr>
            <p:cNvCxnSpPr>
              <a:cxnSpLocks/>
            </p:cNvCxnSpPr>
            <p:nvPr userDrawn="1"/>
          </p:nvCxnSpPr>
          <p:spPr>
            <a:xfrm>
              <a:off x="8027765" y="0"/>
              <a:ext cx="0" cy="6858000"/>
            </a:xfrm>
            <a:prstGeom prst="line">
              <a:avLst/>
            </a:prstGeom>
            <a:ln w="6350">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20" name="Connettore diritto 19">
            <a:extLst>
              <a:ext uri="{FF2B5EF4-FFF2-40B4-BE49-F238E27FC236}">
                <a16:creationId xmlns:a16="http://schemas.microsoft.com/office/drawing/2014/main" id="{CE81B289-B295-4C91-973A-E265802F8343}"/>
              </a:ext>
            </a:extLst>
          </p:cNvPr>
          <p:cNvCxnSpPr>
            <a:cxnSpLocks/>
          </p:cNvCxnSpPr>
          <p:nvPr userDrawn="1"/>
        </p:nvCxnSpPr>
        <p:spPr>
          <a:xfrm>
            <a:off x="0" y="1982591"/>
            <a:ext cx="12192000" cy="0"/>
          </a:xfrm>
          <a:prstGeom prst="line">
            <a:avLst/>
          </a:prstGeom>
          <a:ln w="9525">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p:txBody>
          <a:bodyPr/>
          <a:lstStyle/>
          <a:p>
            <a:endParaRPr lang="it-IT" dirty="0"/>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‹N›</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568620" y="2887039"/>
            <a:ext cx="3100906" cy="3602662"/>
          </a:xfrm>
        </p:spPr>
        <p:txBody>
          <a:bodyPr>
            <a:noAutofit/>
          </a:bodyPr>
          <a:lstStyle>
            <a:lvl1pPr>
              <a:defRPr sz="1600"/>
            </a:lvl1pPr>
            <a:lvl2pPr>
              <a:defRPr sz="1200"/>
            </a:lvl2pPr>
            <a:lvl3pPr>
              <a:defRPr sz="1200"/>
            </a:lvl3pPr>
            <a:lvl4pPr>
              <a:defRPr sz="1200"/>
            </a:lvl4pPr>
            <a:lvl5pPr>
              <a:defRPr sz="1200"/>
            </a:lvl5pPr>
          </a:lstStyle>
          <a:p>
            <a:pPr lvl="0"/>
            <a:endParaRPr lang="it-IT" dirty="0"/>
          </a:p>
        </p:txBody>
      </p:sp>
      <p:sp>
        <p:nvSpPr>
          <p:cNvPr id="10" name="Segnaposto testo 9">
            <a:extLst>
              <a:ext uri="{FF2B5EF4-FFF2-40B4-BE49-F238E27FC236}">
                <a16:creationId xmlns:a16="http://schemas.microsoft.com/office/drawing/2014/main" id="{2E32AEAB-53EF-4B9D-AE36-D26FBF01B473}"/>
              </a:ext>
            </a:extLst>
          </p:cNvPr>
          <p:cNvSpPr>
            <a:spLocks noGrp="1"/>
          </p:cNvSpPr>
          <p:nvPr>
            <p:ph type="body" sz="quarter" idx="15" hasCustomPrompt="1"/>
          </p:nvPr>
        </p:nvSpPr>
        <p:spPr>
          <a:xfrm>
            <a:off x="568643" y="2239963"/>
            <a:ext cx="3100906" cy="441325"/>
          </a:xfrm>
        </p:spPr>
        <p:txBody>
          <a:bodyPr anchor="b">
            <a:noAutofit/>
          </a:bodyPr>
          <a:lstStyle>
            <a:lvl1pPr>
              <a:defRPr sz="16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
        <p:nvSpPr>
          <p:cNvPr id="30" name="Segnaposto testo 6">
            <a:extLst>
              <a:ext uri="{FF2B5EF4-FFF2-40B4-BE49-F238E27FC236}">
                <a16:creationId xmlns:a16="http://schemas.microsoft.com/office/drawing/2014/main" id="{0C5DB749-C07B-4557-8B31-C5C44DDA999B}"/>
              </a:ext>
            </a:extLst>
          </p:cNvPr>
          <p:cNvSpPr>
            <a:spLocks noGrp="1"/>
          </p:cNvSpPr>
          <p:nvPr>
            <p:ph type="body" sz="quarter" idx="16"/>
          </p:nvPr>
        </p:nvSpPr>
        <p:spPr>
          <a:xfrm>
            <a:off x="4551535" y="2887039"/>
            <a:ext cx="3100906" cy="3602662"/>
          </a:xfrm>
        </p:spPr>
        <p:txBody>
          <a:bodyPr>
            <a:noAutofit/>
          </a:bodyPr>
          <a:lstStyle>
            <a:lvl1pPr>
              <a:defRPr sz="1600"/>
            </a:lvl1pPr>
            <a:lvl2pPr>
              <a:defRPr sz="1200"/>
            </a:lvl2pPr>
            <a:lvl3pPr>
              <a:defRPr sz="1200"/>
            </a:lvl3pPr>
            <a:lvl4pPr>
              <a:defRPr sz="1200"/>
            </a:lvl4pPr>
            <a:lvl5pPr>
              <a:defRPr sz="1200"/>
            </a:lvl5pPr>
          </a:lstStyle>
          <a:p>
            <a:pPr lvl="0"/>
            <a:endParaRPr lang="it-IT" dirty="0"/>
          </a:p>
        </p:txBody>
      </p:sp>
      <p:sp>
        <p:nvSpPr>
          <p:cNvPr id="31" name="Segnaposto testo 9">
            <a:extLst>
              <a:ext uri="{FF2B5EF4-FFF2-40B4-BE49-F238E27FC236}">
                <a16:creationId xmlns:a16="http://schemas.microsoft.com/office/drawing/2014/main" id="{642D4EEC-FAC4-4C46-BB9F-3BA54588E412}"/>
              </a:ext>
            </a:extLst>
          </p:cNvPr>
          <p:cNvSpPr>
            <a:spLocks noGrp="1"/>
          </p:cNvSpPr>
          <p:nvPr>
            <p:ph type="body" sz="quarter" idx="17" hasCustomPrompt="1"/>
          </p:nvPr>
        </p:nvSpPr>
        <p:spPr>
          <a:xfrm>
            <a:off x="4551558" y="2239963"/>
            <a:ext cx="3100906" cy="441325"/>
          </a:xfrm>
        </p:spPr>
        <p:txBody>
          <a:bodyPr anchor="b">
            <a:noAutofit/>
          </a:bodyPr>
          <a:lstStyle>
            <a:lvl1pPr>
              <a:defRPr sz="16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
        <p:nvSpPr>
          <p:cNvPr id="32" name="Segnaposto testo 6">
            <a:extLst>
              <a:ext uri="{FF2B5EF4-FFF2-40B4-BE49-F238E27FC236}">
                <a16:creationId xmlns:a16="http://schemas.microsoft.com/office/drawing/2014/main" id="{8310C023-87FF-43B4-9428-3E2652BDB8FC}"/>
              </a:ext>
            </a:extLst>
          </p:cNvPr>
          <p:cNvSpPr>
            <a:spLocks noGrp="1"/>
          </p:cNvSpPr>
          <p:nvPr>
            <p:ph type="body" sz="quarter" idx="18"/>
          </p:nvPr>
        </p:nvSpPr>
        <p:spPr>
          <a:xfrm>
            <a:off x="8376189" y="2887039"/>
            <a:ext cx="3100906" cy="3602662"/>
          </a:xfrm>
        </p:spPr>
        <p:txBody>
          <a:bodyPr>
            <a:noAutofit/>
          </a:bodyPr>
          <a:lstStyle>
            <a:lvl1pPr>
              <a:defRPr sz="1600"/>
            </a:lvl1pPr>
            <a:lvl2pPr>
              <a:defRPr sz="1200"/>
            </a:lvl2pPr>
            <a:lvl3pPr>
              <a:defRPr sz="1200"/>
            </a:lvl3pPr>
            <a:lvl4pPr>
              <a:defRPr sz="1200"/>
            </a:lvl4pPr>
            <a:lvl5pPr>
              <a:defRPr sz="1200"/>
            </a:lvl5pPr>
          </a:lstStyle>
          <a:p>
            <a:pPr lvl="0"/>
            <a:endParaRPr lang="it-IT" dirty="0"/>
          </a:p>
        </p:txBody>
      </p:sp>
      <p:sp>
        <p:nvSpPr>
          <p:cNvPr id="33" name="Segnaposto testo 9">
            <a:extLst>
              <a:ext uri="{FF2B5EF4-FFF2-40B4-BE49-F238E27FC236}">
                <a16:creationId xmlns:a16="http://schemas.microsoft.com/office/drawing/2014/main" id="{0FB8C8B8-D4F7-4669-8F3B-F456A7ECFC93}"/>
              </a:ext>
            </a:extLst>
          </p:cNvPr>
          <p:cNvSpPr>
            <a:spLocks noGrp="1"/>
          </p:cNvSpPr>
          <p:nvPr>
            <p:ph type="body" sz="quarter" idx="19" hasCustomPrompt="1"/>
          </p:nvPr>
        </p:nvSpPr>
        <p:spPr>
          <a:xfrm>
            <a:off x="8376212" y="2239963"/>
            <a:ext cx="3100906" cy="441325"/>
          </a:xfrm>
        </p:spPr>
        <p:txBody>
          <a:bodyPr anchor="b">
            <a:noAutofit/>
          </a:bodyPr>
          <a:lstStyle>
            <a:lvl1pPr>
              <a:defRPr sz="16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Tree>
    <p:extLst>
      <p:ext uri="{BB962C8B-B14F-4D97-AF65-F5344CB8AC3E}">
        <p14:creationId xmlns:p14="http://schemas.microsoft.com/office/powerpoint/2010/main" val="30384870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Pagina grafica _ 4 colonne">
    <p:spTree>
      <p:nvGrpSpPr>
        <p:cNvPr id="1" name=""/>
        <p:cNvGrpSpPr/>
        <p:nvPr/>
      </p:nvGrpSpPr>
      <p:grpSpPr>
        <a:xfrm>
          <a:off x="0" y="0"/>
          <a:ext cx="0" cy="0"/>
          <a:chOff x="0" y="0"/>
          <a:chExt cx="0" cy="0"/>
        </a:xfrm>
      </p:grpSpPr>
      <p:grpSp>
        <p:nvGrpSpPr>
          <p:cNvPr id="30" name="Gruppo 29">
            <a:extLst>
              <a:ext uri="{FF2B5EF4-FFF2-40B4-BE49-F238E27FC236}">
                <a16:creationId xmlns:a16="http://schemas.microsoft.com/office/drawing/2014/main" id="{8C804B3B-AD2E-43B7-A236-4B70FBB66BF5}"/>
              </a:ext>
            </a:extLst>
          </p:cNvPr>
          <p:cNvGrpSpPr/>
          <p:nvPr userDrawn="1"/>
        </p:nvGrpSpPr>
        <p:grpSpPr>
          <a:xfrm>
            <a:off x="3216275" y="1982591"/>
            <a:ext cx="5753528" cy="4875409"/>
            <a:chOff x="3216275" y="-24549"/>
            <a:chExt cx="5753528" cy="6882549"/>
          </a:xfrm>
        </p:grpSpPr>
        <p:cxnSp>
          <p:nvCxnSpPr>
            <p:cNvPr id="31" name="Connettore diritto 30">
              <a:extLst>
                <a:ext uri="{FF2B5EF4-FFF2-40B4-BE49-F238E27FC236}">
                  <a16:creationId xmlns:a16="http://schemas.microsoft.com/office/drawing/2014/main" id="{44FAA9BE-8AF8-49B0-92FC-678C2D2924A8}"/>
                </a:ext>
              </a:extLst>
            </p:cNvPr>
            <p:cNvCxnSpPr>
              <a:cxnSpLocks/>
            </p:cNvCxnSpPr>
            <p:nvPr userDrawn="1"/>
          </p:nvCxnSpPr>
          <p:spPr>
            <a:xfrm>
              <a:off x="6096000" y="-24549"/>
              <a:ext cx="0" cy="6882549"/>
            </a:xfrm>
            <a:prstGeom prst="line">
              <a:avLst/>
            </a:prstGeom>
            <a:ln w="6350">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Connettore diritto 31">
              <a:extLst>
                <a:ext uri="{FF2B5EF4-FFF2-40B4-BE49-F238E27FC236}">
                  <a16:creationId xmlns:a16="http://schemas.microsoft.com/office/drawing/2014/main" id="{E563AC02-AAB4-4E22-88B1-7040959183F0}"/>
                </a:ext>
              </a:extLst>
            </p:cNvPr>
            <p:cNvCxnSpPr>
              <a:cxnSpLocks/>
            </p:cNvCxnSpPr>
            <p:nvPr userDrawn="1"/>
          </p:nvCxnSpPr>
          <p:spPr>
            <a:xfrm>
              <a:off x="3216275" y="-24549"/>
              <a:ext cx="0" cy="6882549"/>
            </a:xfrm>
            <a:prstGeom prst="line">
              <a:avLst/>
            </a:prstGeom>
            <a:ln w="6350">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Connettore diritto 32">
              <a:extLst>
                <a:ext uri="{FF2B5EF4-FFF2-40B4-BE49-F238E27FC236}">
                  <a16:creationId xmlns:a16="http://schemas.microsoft.com/office/drawing/2014/main" id="{F723C070-52A1-4662-85E9-0FE98E37ECF0}"/>
                </a:ext>
              </a:extLst>
            </p:cNvPr>
            <p:cNvCxnSpPr>
              <a:cxnSpLocks/>
            </p:cNvCxnSpPr>
            <p:nvPr userDrawn="1"/>
          </p:nvCxnSpPr>
          <p:spPr>
            <a:xfrm>
              <a:off x="8969803" y="-24549"/>
              <a:ext cx="0" cy="6882549"/>
            </a:xfrm>
            <a:prstGeom prst="line">
              <a:avLst/>
            </a:prstGeom>
            <a:ln w="6350">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5" name="Connettore diritto 34">
            <a:extLst>
              <a:ext uri="{FF2B5EF4-FFF2-40B4-BE49-F238E27FC236}">
                <a16:creationId xmlns:a16="http://schemas.microsoft.com/office/drawing/2014/main" id="{CA8ECBF8-204B-4371-89C9-ED0E38546FF7}"/>
              </a:ext>
            </a:extLst>
          </p:cNvPr>
          <p:cNvCxnSpPr>
            <a:cxnSpLocks/>
          </p:cNvCxnSpPr>
          <p:nvPr userDrawn="1"/>
        </p:nvCxnSpPr>
        <p:spPr>
          <a:xfrm>
            <a:off x="0" y="1982591"/>
            <a:ext cx="12192000" cy="0"/>
          </a:xfrm>
          <a:prstGeom prst="line">
            <a:avLst/>
          </a:prstGeom>
          <a:ln w="9525">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sp>
        <p:nvSpPr>
          <p:cNvPr id="2" name="Titolo 1">
            <a:extLst>
              <a:ext uri="{FF2B5EF4-FFF2-40B4-BE49-F238E27FC236}">
                <a16:creationId xmlns:a16="http://schemas.microsoft.com/office/drawing/2014/main" id="{FC3F10C0-5DFE-4F2B-84B3-498D1D283AB1}"/>
              </a:ext>
            </a:extLst>
          </p:cNvPr>
          <p:cNvSpPr>
            <a:spLocks noGrp="1"/>
          </p:cNvSpPr>
          <p:nvPr>
            <p:ph type="title"/>
          </p:nvPr>
        </p:nvSpPr>
        <p:spPr/>
        <p:txBody>
          <a:bodyPr/>
          <a:lstStyle/>
          <a:p>
            <a:endParaRPr lang="it-IT" dirty="0"/>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‹N›</a:t>
            </a:fld>
            <a:endParaRPr lang="it-IT"/>
          </a:p>
        </p:txBody>
      </p:sp>
      <p:sp>
        <p:nvSpPr>
          <p:cNvPr id="7" name="Segnaposto testo 6">
            <a:extLst>
              <a:ext uri="{FF2B5EF4-FFF2-40B4-BE49-F238E27FC236}">
                <a16:creationId xmlns:a16="http://schemas.microsoft.com/office/drawing/2014/main" id="{99AF24DE-B4DF-4CF0-A1D8-A9C3833DB7E0}"/>
              </a:ext>
            </a:extLst>
          </p:cNvPr>
          <p:cNvSpPr>
            <a:spLocks noGrp="1"/>
          </p:cNvSpPr>
          <p:nvPr>
            <p:ph type="body" sz="quarter" idx="13"/>
          </p:nvPr>
        </p:nvSpPr>
        <p:spPr>
          <a:xfrm>
            <a:off x="568620" y="2887039"/>
            <a:ext cx="2503621" cy="3602662"/>
          </a:xfrm>
        </p:spPr>
        <p:txBody>
          <a:bodyPr>
            <a:noAutofit/>
          </a:bodyPr>
          <a:lstStyle>
            <a:lvl1pPr>
              <a:defRPr sz="1400"/>
            </a:lvl1pPr>
            <a:lvl2pPr>
              <a:defRPr sz="1200"/>
            </a:lvl2pPr>
            <a:lvl3pPr>
              <a:defRPr sz="1200"/>
            </a:lvl3pPr>
            <a:lvl4pPr>
              <a:defRPr sz="1200"/>
            </a:lvl4pPr>
            <a:lvl5pPr>
              <a:defRPr sz="1200"/>
            </a:lvl5pPr>
          </a:lstStyle>
          <a:p>
            <a:pPr lvl="0"/>
            <a:endParaRPr lang="it-IT" dirty="0"/>
          </a:p>
        </p:txBody>
      </p:sp>
      <p:sp>
        <p:nvSpPr>
          <p:cNvPr id="10" name="Segnaposto testo 9">
            <a:extLst>
              <a:ext uri="{FF2B5EF4-FFF2-40B4-BE49-F238E27FC236}">
                <a16:creationId xmlns:a16="http://schemas.microsoft.com/office/drawing/2014/main" id="{2E32AEAB-53EF-4B9D-AE36-D26FBF01B473}"/>
              </a:ext>
            </a:extLst>
          </p:cNvPr>
          <p:cNvSpPr>
            <a:spLocks noGrp="1"/>
          </p:cNvSpPr>
          <p:nvPr>
            <p:ph type="body" sz="quarter" idx="15" hasCustomPrompt="1"/>
          </p:nvPr>
        </p:nvSpPr>
        <p:spPr>
          <a:xfrm>
            <a:off x="568643" y="2239963"/>
            <a:ext cx="2503514" cy="441325"/>
          </a:xfrm>
        </p:spPr>
        <p:txBody>
          <a:bodyPr anchor="b">
            <a:noAutofit/>
          </a:bodyPr>
          <a:lstStyle>
            <a:lvl1pPr>
              <a:defRPr sz="14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
        <p:nvSpPr>
          <p:cNvPr id="13" name="Ovale 12">
            <a:extLst>
              <a:ext uri="{FF2B5EF4-FFF2-40B4-BE49-F238E27FC236}">
                <a16:creationId xmlns:a16="http://schemas.microsoft.com/office/drawing/2014/main" id="{769E06E2-5F0D-4920-A3E9-64AE757EB613}"/>
              </a:ext>
            </a:extLst>
          </p:cNvPr>
          <p:cNvSpPr/>
          <p:nvPr userDrawn="1"/>
        </p:nvSpPr>
        <p:spPr>
          <a:xfrm>
            <a:off x="339511" y="3544304"/>
            <a:ext cx="2869255" cy="2945397"/>
          </a:xfrm>
          <a:prstGeom prst="ellipse">
            <a:avLst/>
          </a:prstGeom>
          <a:noFill/>
          <a:ln w="6350">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it-IT" sz="1400"/>
          </a:p>
        </p:txBody>
      </p:sp>
      <p:sp>
        <p:nvSpPr>
          <p:cNvPr id="21" name="Segnaposto testo 6">
            <a:extLst>
              <a:ext uri="{FF2B5EF4-FFF2-40B4-BE49-F238E27FC236}">
                <a16:creationId xmlns:a16="http://schemas.microsoft.com/office/drawing/2014/main" id="{4DA14660-E3DE-4786-8628-2BDB623B542F}"/>
              </a:ext>
            </a:extLst>
          </p:cNvPr>
          <p:cNvSpPr>
            <a:spLocks noGrp="1"/>
          </p:cNvSpPr>
          <p:nvPr userDrawn="1">
            <p:ph type="body" sz="quarter" idx="16"/>
          </p:nvPr>
        </p:nvSpPr>
        <p:spPr>
          <a:xfrm>
            <a:off x="3414561" y="2887039"/>
            <a:ext cx="2503621" cy="3602662"/>
          </a:xfrm>
        </p:spPr>
        <p:txBody>
          <a:bodyPr>
            <a:noAutofit/>
          </a:bodyPr>
          <a:lstStyle>
            <a:lvl1pPr>
              <a:defRPr sz="1400"/>
            </a:lvl1pPr>
            <a:lvl2pPr>
              <a:defRPr sz="1200"/>
            </a:lvl2pPr>
            <a:lvl3pPr>
              <a:defRPr sz="1200"/>
            </a:lvl3pPr>
            <a:lvl4pPr>
              <a:defRPr sz="1200"/>
            </a:lvl4pPr>
            <a:lvl5pPr>
              <a:defRPr sz="1200"/>
            </a:lvl5pPr>
          </a:lstStyle>
          <a:p>
            <a:pPr lvl="0"/>
            <a:endParaRPr lang="it-IT" dirty="0"/>
          </a:p>
        </p:txBody>
      </p:sp>
      <p:sp>
        <p:nvSpPr>
          <p:cNvPr id="22" name="Segnaposto testo 9">
            <a:extLst>
              <a:ext uri="{FF2B5EF4-FFF2-40B4-BE49-F238E27FC236}">
                <a16:creationId xmlns:a16="http://schemas.microsoft.com/office/drawing/2014/main" id="{38062A0A-3D00-4F2E-A78C-520C7A8814B0}"/>
              </a:ext>
            </a:extLst>
          </p:cNvPr>
          <p:cNvSpPr>
            <a:spLocks noGrp="1"/>
          </p:cNvSpPr>
          <p:nvPr userDrawn="1">
            <p:ph type="body" sz="quarter" idx="17" hasCustomPrompt="1"/>
          </p:nvPr>
        </p:nvSpPr>
        <p:spPr>
          <a:xfrm>
            <a:off x="3414584" y="2239963"/>
            <a:ext cx="2503514" cy="441325"/>
          </a:xfrm>
        </p:spPr>
        <p:txBody>
          <a:bodyPr anchor="b">
            <a:noAutofit/>
          </a:bodyPr>
          <a:lstStyle>
            <a:lvl1pPr>
              <a:defRPr sz="14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
        <p:nvSpPr>
          <p:cNvPr id="23" name="Segnaposto testo 6">
            <a:extLst>
              <a:ext uri="{FF2B5EF4-FFF2-40B4-BE49-F238E27FC236}">
                <a16:creationId xmlns:a16="http://schemas.microsoft.com/office/drawing/2014/main" id="{3FA3924C-C133-43D4-9617-6E7333D996FB}"/>
              </a:ext>
            </a:extLst>
          </p:cNvPr>
          <p:cNvSpPr>
            <a:spLocks noGrp="1"/>
          </p:cNvSpPr>
          <p:nvPr userDrawn="1">
            <p:ph type="body" sz="quarter" idx="18"/>
          </p:nvPr>
        </p:nvSpPr>
        <p:spPr>
          <a:xfrm>
            <a:off x="6250229" y="2887039"/>
            <a:ext cx="2503621" cy="3602662"/>
          </a:xfrm>
        </p:spPr>
        <p:txBody>
          <a:bodyPr>
            <a:noAutofit/>
          </a:bodyPr>
          <a:lstStyle>
            <a:lvl1pPr>
              <a:defRPr sz="1400"/>
            </a:lvl1pPr>
            <a:lvl2pPr>
              <a:defRPr sz="1200"/>
            </a:lvl2pPr>
            <a:lvl3pPr>
              <a:defRPr sz="1200"/>
            </a:lvl3pPr>
            <a:lvl4pPr>
              <a:defRPr sz="1200"/>
            </a:lvl4pPr>
            <a:lvl5pPr>
              <a:defRPr sz="1200"/>
            </a:lvl5pPr>
          </a:lstStyle>
          <a:p>
            <a:pPr lvl="0"/>
            <a:endParaRPr lang="it-IT" dirty="0"/>
          </a:p>
        </p:txBody>
      </p:sp>
      <p:sp>
        <p:nvSpPr>
          <p:cNvPr id="24" name="Segnaposto testo 9">
            <a:extLst>
              <a:ext uri="{FF2B5EF4-FFF2-40B4-BE49-F238E27FC236}">
                <a16:creationId xmlns:a16="http://schemas.microsoft.com/office/drawing/2014/main" id="{4F293ED1-7D64-49B8-81A0-5F5FB11E3592}"/>
              </a:ext>
            </a:extLst>
          </p:cNvPr>
          <p:cNvSpPr>
            <a:spLocks noGrp="1"/>
          </p:cNvSpPr>
          <p:nvPr userDrawn="1">
            <p:ph type="body" sz="quarter" idx="19" hasCustomPrompt="1"/>
          </p:nvPr>
        </p:nvSpPr>
        <p:spPr>
          <a:xfrm>
            <a:off x="6250252" y="2239963"/>
            <a:ext cx="2503514" cy="441325"/>
          </a:xfrm>
        </p:spPr>
        <p:txBody>
          <a:bodyPr anchor="b">
            <a:noAutofit/>
          </a:bodyPr>
          <a:lstStyle>
            <a:lvl1pPr>
              <a:defRPr sz="14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
        <p:nvSpPr>
          <p:cNvPr id="25" name="Segnaposto testo 6">
            <a:extLst>
              <a:ext uri="{FF2B5EF4-FFF2-40B4-BE49-F238E27FC236}">
                <a16:creationId xmlns:a16="http://schemas.microsoft.com/office/drawing/2014/main" id="{34980872-E501-48A5-8B13-B7016BEEE029}"/>
              </a:ext>
            </a:extLst>
          </p:cNvPr>
          <p:cNvSpPr>
            <a:spLocks noGrp="1"/>
          </p:cNvSpPr>
          <p:nvPr userDrawn="1">
            <p:ph type="body" sz="quarter" idx="20"/>
          </p:nvPr>
        </p:nvSpPr>
        <p:spPr>
          <a:xfrm>
            <a:off x="9157816" y="2887039"/>
            <a:ext cx="2503621" cy="3602662"/>
          </a:xfrm>
        </p:spPr>
        <p:txBody>
          <a:bodyPr>
            <a:noAutofit/>
          </a:bodyPr>
          <a:lstStyle>
            <a:lvl1pPr>
              <a:defRPr sz="1400"/>
            </a:lvl1pPr>
            <a:lvl2pPr>
              <a:defRPr sz="1200"/>
            </a:lvl2pPr>
            <a:lvl3pPr>
              <a:defRPr sz="1200"/>
            </a:lvl3pPr>
            <a:lvl4pPr>
              <a:defRPr sz="1200"/>
            </a:lvl4pPr>
            <a:lvl5pPr>
              <a:defRPr sz="1200"/>
            </a:lvl5pPr>
          </a:lstStyle>
          <a:p>
            <a:pPr lvl="0"/>
            <a:endParaRPr lang="it-IT" dirty="0"/>
          </a:p>
        </p:txBody>
      </p:sp>
      <p:sp>
        <p:nvSpPr>
          <p:cNvPr id="26" name="Segnaposto testo 9">
            <a:extLst>
              <a:ext uri="{FF2B5EF4-FFF2-40B4-BE49-F238E27FC236}">
                <a16:creationId xmlns:a16="http://schemas.microsoft.com/office/drawing/2014/main" id="{7359F283-E0AA-4871-A428-A58C8F3F0AAC}"/>
              </a:ext>
            </a:extLst>
          </p:cNvPr>
          <p:cNvSpPr>
            <a:spLocks noGrp="1"/>
          </p:cNvSpPr>
          <p:nvPr userDrawn="1">
            <p:ph type="body" sz="quarter" idx="21" hasCustomPrompt="1"/>
          </p:nvPr>
        </p:nvSpPr>
        <p:spPr>
          <a:xfrm>
            <a:off x="9157839" y="2239963"/>
            <a:ext cx="2503514" cy="441325"/>
          </a:xfrm>
        </p:spPr>
        <p:txBody>
          <a:bodyPr anchor="b">
            <a:noAutofit/>
          </a:bodyPr>
          <a:lstStyle>
            <a:lvl1pPr>
              <a:defRPr sz="1400" b="1">
                <a:latin typeface="+mj-lt"/>
              </a:defRPr>
            </a:lvl1pPr>
            <a:lvl2pPr>
              <a:defRPr b="1">
                <a:latin typeface="+mj-lt"/>
              </a:defRPr>
            </a:lvl2pPr>
            <a:lvl3pPr>
              <a:defRPr b="1">
                <a:latin typeface="+mj-lt"/>
              </a:defRPr>
            </a:lvl3pPr>
            <a:lvl4pPr>
              <a:defRPr b="1">
                <a:latin typeface="+mj-lt"/>
              </a:defRPr>
            </a:lvl4pPr>
            <a:lvl5pPr>
              <a:defRPr b="1">
                <a:latin typeface="+mj-lt"/>
              </a:defRPr>
            </a:lvl5pPr>
          </a:lstStyle>
          <a:p>
            <a:pPr lvl="0"/>
            <a:r>
              <a:rPr lang="it-IT" dirty="0"/>
              <a:t>TITOLO</a:t>
            </a:r>
          </a:p>
        </p:txBody>
      </p:sp>
      <p:sp>
        <p:nvSpPr>
          <p:cNvPr id="27" name="Ovale 26">
            <a:extLst>
              <a:ext uri="{FF2B5EF4-FFF2-40B4-BE49-F238E27FC236}">
                <a16:creationId xmlns:a16="http://schemas.microsoft.com/office/drawing/2014/main" id="{101D1BE9-9067-430D-A318-4BC1405F006A}"/>
              </a:ext>
            </a:extLst>
          </p:cNvPr>
          <p:cNvSpPr/>
          <p:nvPr userDrawn="1"/>
        </p:nvSpPr>
        <p:spPr>
          <a:xfrm>
            <a:off x="3223388" y="3544304"/>
            <a:ext cx="2869255" cy="2945397"/>
          </a:xfrm>
          <a:prstGeom prst="ellipse">
            <a:avLst/>
          </a:prstGeom>
          <a:noFill/>
          <a:ln w="6350">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it-IT" sz="1400"/>
          </a:p>
        </p:txBody>
      </p:sp>
      <p:sp>
        <p:nvSpPr>
          <p:cNvPr id="28" name="Ovale 27">
            <a:extLst>
              <a:ext uri="{FF2B5EF4-FFF2-40B4-BE49-F238E27FC236}">
                <a16:creationId xmlns:a16="http://schemas.microsoft.com/office/drawing/2014/main" id="{F88114C5-1930-4807-8B76-4565A5FFB9B5}"/>
              </a:ext>
            </a:extLst>
          </p:cNvPr>
          <p:cNvSpPr/>
          <p:nvPr userDrawn="1"/>
        </p:nvSpPr>
        <p:spPr>
          <a:xfrm>
            <a:off x="6089680" y="3544304"/>
            <a:ext cx="2869255" cy="2945397"/>
          </a:xfrm>
          <a:prstGeom prst="ellipse">
            <a:avLst/>
          </a:prstGeom>
          <a:noFill/>
          <a:ln w="6350">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it-IT" sz="1400"/>
          </a:p>
        </p:txBody>
      </p:sp>
      <p:sp>
        <p:nvSpPr>
          <p:cNvPr id="29" name="Ovale 28">
            <a:extLst>
              <a:ext uri="{FF2B5EF4-FFF2-40B4-BE49-F238E27FC236}">
                <a16:creationId xmlns:a16="http://schemas.microsoft.com/office/drawing/2014/main" id="{E2D6333A-9B81-4325-A926-22F5E403D75F}"/>
              </a:ext>
            </a:extLst>
          </p:cNvPr>
          <p:cNvSpPr/>
          <p:nvPr userDrawn="1"/>
        </p:nvSpPr>
        <p:spPr>
          <a:xfrm>
            <a:off x="8964764" y="3544304"/>
            <a:ext cx="2869255" cy="2945397"/>
          </a:xfrm>
          <a:prstGeom prst="ellipse">
            <a:avLst/>
          </a:prstGeom>
          <a:noFill/>
          <a:ln w="6350">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it-IT" sz="1400"/>
          </a:p>
        </p:txBody>
      </p:sp>
    </p:spTree>
    <p:extLst>
      <p:ext uri="{BB962C8B-B14F-4D97-AF65-F5344CB8AC3E}">
        <p14:creationId xmlns:p14="http://schemas.microsoft.com/office/powerpoint/2010/main" val="23911383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agina Evidenza _ 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hasCustomPrompt="1"/>
          </p:nvPr>
        </p:nvSpPr>
        <p:spPr>
          <a:xfrm>
            <a:off x="334963" y="1325365"/>
            <a:ext cx="11522075" cy="4222679"/>
          </a:xfrm>
        </p:spPr>
        <p:txBody>
          <a:bodyPr anchor="ctr"/>
          <a:lstStyle>
            <a:lvl1pPr>
              <a:defRPr sz="4000" b="0"/>
            </a:lvl1pPr>
          </a:lstStyle>
          <a:p>
            <a:r>
              <a:rPr lang="it-IT" dirty="0"/>
              <a:t>Inserire testo in evidenza</a:t>
            </a:r>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p>
            <a:r>
              <a:rPr lang="it-IT"/>
              <a:t>Campo facoltativo e personalizzabile (inserire dal Tab INSERISCI &gt; intestazione e piè di pagina&gt; piè di pagina &gt;applica a tutte)</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p>
            <a:fld id="{3135EEA2-8D42-4D46-95A6-66E65FDC5EB1}" type="slidenum">
              <a:rPr lang="it-IT" smtClean="0"/>
              <a:pPr/>
              <a:t>‹N›</a:t>
            </a:fld>
            <a:endParaRPr lang="it-IT"/>
          </a:p>
        </p:txBody>
      </p:sp>
      <p:sp>
        <p:nvSpPr>
          <p:cNvPr id="9" name="Ovale 8">
            <a:extLst>
              <a:ext uri="{FF2B5EF4-FFF2-40B4-BE49-F238E27FC236}">
                <a16:creationId xmlns:a16="http://schemas.microsoft.com/office/drawing/2014/main" id="{6FCB4558-5B0B-4E68-99C0-73044CD4F7EE}"/>
              </a:ext>
            </a:extLst>
          </p:cNvPr>
          <p:cNvSpPr/>
          <p:nvPr userDrawn="1"/>
        </p:nvSpPr>
        <p:spPr>
          <a:xfrm>
            <a:off x="-1366766" y="1325366"/>
            <a:ext cx="4222679" cy="4222679"/>
          </a:xfrm>
          <a:prstGeom prst="ellipse">
            <a:avLst/>
          </a:prstGeom>
          <a:noFill/>
          <a:ln w="9525">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0" name="Connettore diritto 9">
            <a:extLst>
              <a:ext uri="{FF2B5EF4-FFF2-40B4-BE49-F238E27FC236}">
                <a16:creationId xmlns:a16="http://schemas.microsoft.com/office/drawing/2014/main" id="{5CD3E5C6-1FD7-4A9E-A65F-282056577FB3}"/>
              </a:ext>
            </a:extLst>
          </p:cNvPr>
          <p:cNvCxnSpPr>
            <a:cxnSpLocks/>
          </p:cNvCxnSpPr>
          <p:nvPr userDrawn="1"/>
        </p:nvCxnSpPr>
        <p:spPr>
          <a:xfrm>
            <a:off x="0" y="1325366"/>
            <a:ext cx="12192000" cy="0"/>
          </a:xfrm>
          <a:prstGeom prst="line">
            <a:avLst/>
          </a:prstGeom>
          <a:ln w="9525">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D9DB920E-F5AB-4AF8-BFFC-D380A2D7FEAE}"/>
              </a:ext>
            </a:extLst>
          </p:cNvPr>
          <p:cNvCxnSpPr>
            <a:cxnSpLocks/>
          </p:cNvCxnSpPr>
          <p:nvPr userDrawn="1"/>
        </p:nvCxnSpPr>
        <p:spPr>
          <a:xfrm>
            <a:off x="0" y="5548045"/>
            <a:ext cx="12192000" cy="0"/>
          </a:xfrm>
          <a:prstGeom prst="line">
            <a:avLst/>
          </a:prstGeom>
          <a:ln w="9525">
            <a:solidFill>
              <a:schemeClr val="accent1">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4028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agina Evidenza _ B">
    <p:bg>
      <p:bgPr>
        <a:solidFill>
          <a:schemeClr val="accent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3F10C0-5DFE-4F2B-84B3-498D1D283AB1}"/>
              </a:ext>
            </a:extLst>
          </p:cNvPr>
          <p:cNvSpPr>
            <a:spLocks noGrp="1"/>
          </p:cNvSpPr>
          <p:nvPr>
            <p:ph type="title" hasCustomPrompt="1"/>
          </p:nvPr>
        </p:nvSpPr>
        <p:spPr>
          <a:xfrm>
            <a:off x="763771" y="1775639"/>
            <a:ext cx="10664455" cy="2317896"/>
          </a:xfrm>
          <a:ln>
            <a:noFill/>
          </a:ln>
        </p:spPr>
        <p:txBody>
          <a:bodyPr anchor="b"/>
          <a:lstStyle>
            <a:lvl1pPr algn="ctr">
              <a:defRPr sz="4800" b="0">
                <a:solidFill>
                  <a:schemeClr val="bg1"/>
                </a:solidFill>
              </a:defRPr>
            </a:lvl1pPr>
          </a:lstStyle>
          <a:p>
            <a:r>
              <a:rPr lang="it-IT" dirty="0"/>
              <a:t>Inserire testo in evidenza</a:t>
            </a:r>
          </a:p>
        </p:txBody>
      </p:sp>
      <p:sp>
        <p:nvSpPr>
          <p:cNvPr id="3" name="Segnaposto data 2">
            <a:extLst>
              <a:ext uri="{FF2B5EF4-FFF2-40B4-BE49-F238E27FC236}">
                <a16:creationId xmlns:a16="http://schemas.microsoft.com/office/drawing/2014/main" id="{85E31426-2C15-4249-84C9-7FF9F8F23CDE}"/>
              </a:ext>
            </a:extLst>
          </p:cNvPr>
          <p:cNvSpPr>
            <a:spLocks noGrp="1"/>
          </p:cNvSpPr>
          <p:nvPr>
            <p:ph type="dt" sz="half" idx="10"/>
          </p:nvPr>
        </p:nvSpPr>
        <p:spPr/>
        <p:txBody>
          <a:bodyPr/>
          <a:lstStyle>
            <a:lvl1pPr>
              <a:defRPr>
                <a:solidFill>
                  <a:schemeClr val="bg1"/>
                </a:solidFill>
              </a:defRPr>
            </a:lvl1pPr>
          </a:lstStyle>
          <a:p>
            <a:r>
              <a:rPr lang="it-IT"/>
              <a:t>POLITECNICO DI MILANO</a:t>
            </a:r>
            <a:endParaRPr lang="it-IT" dirty="0"/>
          </a:p>
        </p:txBody>
      </p:sp>
      <p:sp>
        <p:nvSpPr>
          <p:cNvPr id="4" name="Segnaposto piè di pagina 3">
            <a:extLst>
              <a:ext uri="{FF2B5EF4-FFF2-40B4-BE49-F238E27FC236}">
                <a16:creationId xmlns:a16="http://schemas.microsoft.com/office/drawing/2014/main" id="{69023663-EBF6-4678-A4B6-3D84BCA80FC6}"/>
              </a:ext>
            </a:extLst>
          </p:cNvPr>
          <p:cNvSpPr>
            <a:spLocks noGrp="1"/>
          </p:cNvSpPr>
          <p:nvPr>
            <p:ph type="ftr" sz="quarter" idx="11"/>
          </p:nvPr>
        </p:nvSpPr>
        <p:spPr/>
        <p:txBody>
          <a:bodyPr/>
          <a:lstStyle>
            <a:lvl1pPr>
              <a:defRPr>
                <a:solidFill>
                  <a:schemeClr val="bg1"/>
                </a:solidFill>
              </a:defRPr>
            </a:lvl1pPr>
          </a:lstStyle>
          <a:p>
            <a:r>
              <a:rPr lang="it-IT"/>
              <a:t>Campo facoltativo e personalizzabile (inserire dal Tab INSERISCI &gt; intestazione e piè di pagina&gt; piè di pagina &gt;applica a tutte)</a:t>
            </a:r>
            <a:endParaRPr lang="it-IT" dirty="0"/>
          </a:p>
        </p:txBody>
      </p:sp>
      <p:sp>
        <p:nvSpPr>
          <p:cNvPr id="5" name="Segnaposto numero diapositiva 4">
            <a:extLst>
              <a:ext uri="{FF2B5EF4-FFF2-40B4-BE49-F238E27FC236}">
                <a16:creationId xmlns:a16="http://schemas.microsoft.com/office/drawing/2014/main" id="{5A37DEFB-BB2F-4195-B6BA-04AAE853BF01}"/>
              </a:ext>
            </a:extLst>
          </p:cNvPr>
          <p:cNvSpPr>
            <a:spLocks noGrp="1"/>
          </p:cNvSpPr>
          <p:nvPr>
            <p:ph type="sldNum" sz="quarter" idx="12"/>
          </p:nvPr>
        </p:nvSpPr>
        <p:spPr/>
        <p:txBody>
          <a:bodyPr/>
          <a:lstStyle>
            <a:lvl1pPr>
              <a:defRPr>
                <a:solidFill>
                  <a:schemeClr val="bg1"/>
                </a:solidFill>
              </a:defRPr>
            </a:lvl1pPr>
          </a:lstStyle>
          <a:p>
            <a:fld id="{3135EEA2-8D42-4D46-95A6-66E65FDC5EB1}" type="slidenum">
              <a:rPr lang="it-IT" smtClean="0"/>
              <a:pPr/>
              <a:t>‹N›</a:t>
            </a:fld>
            <a:endParaRPr lang="it-IT"/>
          </a:p>
        </p:txBody>
      </p:sp>
      <p:sp>
        <p:nvSpPr>
          <p:cNvPr id="9" name="Ovale 8">
            <a:extLst>
              <a:ext uri="{FF2B5EF4-FFF2-40B4-BE49-F238E27FC236}">
                <a16:creationId xmlns:a16="http://schemas.microsoft.com/office/drawing/2014/main" id="{6FCB4558-5B0B-4E68-99C0-73044CD4F7EE}"/>
              </a:ext>
            </a:extLst>
          </p:cNvPr>
          <p:cNvSpPr/>
          <p:nvPr userDrawn="1"/>
        </p:nvSpPr>
        <p:spPr>
          <a:xfrm>
            <a:off x="3233122" y="757946"/>
            <a:ext cx="5725755" cy="5725755"/>
          </a:xfrm>
          <a:prstGeom prst="ellipse">
            <a:avLst/>
          </a:prstGeom>
          <a:noFill/>
          <a:ln w="9525">
            <a:solidFill>
              <a:schemeClr val="bg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0" name="Connettore diritto 9">
            <a:extLst>
              <a:ext uri="{FF2B5EF4-FFF2-40B4-BE49-F238E27FC236}">
                <a16:creationId xmlns:a16="http://schemas.microsoft.com/office/drawing/2014/main" id="{5CD3E5C6-1FD7-4A9E-A65F-282056577FB3}"/>
              </a:ext>
            </a:extLst>
          </p:cNvPr>
          <p:cNvCxnSpPr>
            <a:cxnSpLocks/>
          </p:cNvCxnSpPr>
          <p:nvPr userDrawn="1"/>
        </p:nvCxnSpPr>
        <p:spPr>
          <a:xfrm>
            <a:off x="0" y="729943"/>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D9DB920E-F5AB-4AF8-BFFC-D380A2D7FEAE}"/>
              </a:ext>
            </a:extLst>
          </p:cNvPr>
          <p:cNvCxnSpPr>
            <a:cxnSpLocks/>
          </p:cNvCxnSpPr>
          <p:nvPr userDrawn="1"/>
        </p:nvCxnSpPr>
        <p:spPr>
          <a:xfrm>
            <a:off x="0" y="6483710"/>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7" name="Segnaposto testo 6">
            <a:extLst>
              <a:ext uri="{FF2B5EF4-FFF2-40B4-BE49-F238E27FC236}">
                <a16:creationId xmlns:a16="http://schemas.microsoft.com/office/drawing/2014/main" id="{5FA801A9-B23D-4656-8AFA-3E413EDFA65F}"/>
              </a:ext>
            </a:extLst>
          </p:cNvPr>
          <p:cNvSpPr>
            <a:spLocks noGrp="1"/>
          </p:cNvSpPr>
          <p:nvPr>
            <p:ph type="body" sz="quarter" idx="13"/>
          </p:nvPr>
        </p:nvSpPr>
        <p:spPr>
          <a:xfrm>
            <a:off x="763588" y="4536830"/>
            <a:ext cx="10664825" cy="601907"/>
          </a:xfrm>
        </p:spPr>
        <p:txBody>
          <a:bodyPr/>
          <a:lstStyle>
            <a:lvl1pPr algn="ctr">
              <a:defRPr>
                <a:solidFill>
                  <a:schemeClr val="bg1"/>
                </a:solidFill>
              </a:defRPr>
            </a:lvl1pPr>
          </a:lstStyle>
          <a:p>
            <a:pPr lvl="0"/>
            <a:endParaRPr lang="it-IT" dirty="0"/>
          </a:p>
        </p:txBody>
      </p:sp>
    </p:spTree>
    <p:extLst>
      <p:ext uri="{BB962C8B-B14F-4D97-AF65-F5344CB8AC3E}">
        <p14:creationId xmlns:p14="http://schemas.microsoft.com/office/powerpoint/2010/main" val="39561244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ver A">
    <p:bg>
      <p:bgPr>
        <a:gradFill>
          <a:gsLst>
            <a:gs pos="0">
              <a:schemeClr val="tx1"/>
            </a:gs>
            <a:gs pos="100000">
              <a:srgbClr val="102C53"/>
            </a:gs>
          </a:gsLst>
          <a:lin ang="5400000" scaled="0"/>
        </a:gradFill>
        <a:effectLst/>
      </p:bgPr>
    </p:bg>
    <p:spTree>
      <p:nvGrpSpPr>
        <p:cNvPr id="1" name=""/>
        <p:cNvGrpSpPr/>
        <p:nvPr/>
      </p:nvGrpSpPr>
      <p:grpSpPr>
        <a:xfrm>
          <a:off x="0" y="0"/>
          <a:ext cx="0" cy="0"/>
          <a:chOff x="0" y="0"/>
          <a:chExt cx="0" cy="0"/>
        </a:xfrm>
      </p:grpSpPr>
      <p:sp>
        <p:nvSpPr>
          <p:cNvPr id="2" name="Tema / Titolo / Docente  |  00. 00. 0000">
            <a:extLst>
              <a:ext uri="{FF2B5EF4-FFF2-40B4-BE49-F238E27FC236}">
                <a16:creationId xmlns:a16="http://schemas.microsoft.com/office/drawing/2014/main" id="{99FF4CA3-BA67-0511-3FE3-11769597A30E}"/>
              </a:ext>
            </a:extLst>
          </p:cNvPr>
          <p:cNvSpPr txBox="1">
            <a:spLocks noGrp="1"/>
          </p:cNvSpPr>
          <p:nvPr>
            <p:ph type="body" sz="quarter" idx="21" hasCustomPrompt="1"/>
          </p:nvPr>
        </p:nvSpPr>
        <p:spPr>
          <a:xfrm>
            <a:off x="600710" y="5929933"/>
            <a:ext cx="4078060" cy="318490"/>
          </a:xfrm>
          <a:prstGeom prst="rect">
            <a:avLst/>
          </a:prstGeom>
        </p:spPr>
        <p:txBody>
          <a:bodyPr lIns="45719" tIns="45719" rIns="45719" bIns="45719">
            <a:noAutofit/>
          </a:bodyPr>
          <a:lstStyle>
            <a:lvl1pPr>
              <a:lnSpc>
                <a:spcPct val="100000"/>
              </a:lnSpc>
              <a:defRPr sz="1200">
                <a:solidFill>
                  <a:srgbClr val="FFFFFF"/>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00. 00. 0000  |  Relatore</a:t>
            </a:r>
          </a:p>
        </p:txBody>
      </p:sp>
      <p:sp>
        <p:nvSpPr>
          <p:cNvPr id="3" name="Titolo 5">
            <a:extLst>
              <a:ext uri="{FF2B5EF4-FFF2-40B4-BE49-F238E27FC236}">
                <a16:creationId xmlns:a16="http://schemas.microsoft.com/office/drawing/2014/main" id="{5660309B-4011-4FF9-71E9-5BC51EF56DF6}"/>
              </a:ext>
            </a:extLst>
          </p:cNvPr>
          <p:cNvSpPr>
            <a:spLocks noGrp="1"/>
          </p:cNvSpPr>
          <p:nvPr>
            <p:ph type="title" hasCustomPrompt="1"/>
          </p:nvPr>
        </p:nvSpPr>
        <p:spPr>
          <a:xfrm>
            <a:off x="603287" y="2853390"/>
            <a:ext cx="6768473" cy="2324100"/>
          </a:xfrm>
        </p:spPr>
        <p:txBody>
          <a:bodyPr lIns="0" tIns="360000" rIns="0" bIns="0" anchor="t"/>
          <a:lstStyle>
            <a:lvl1pPr>
              <a:defRPr lang="it-IT" dirty="0">
                <a:solidFill>
                  <a:schemeClr val="bg1"/>
                </a:solidFill>
              </a:defRPr>
            </a:lvl1pPr>
          </a:lstStyle>
          <a:p>
            <a:r>
              <a:rPr lang="it-IT" dirty="0"/>
              <a:t>Inserire titolo</a:t>
            </a:r>
          </a:p>
        </p:txBody>
      </p:sp>
      <p:sp>
        <p:nvSpPr>
          <p:cNvPr id="5" name="Cerchio">
            <a:extLst>
              <a:ext uri="{FF2B5EF4-FFF2-40B4-BE49-F238E27FC236}">
                <a16:creationId xmlns:a16="http://schemas.microsoft.com/office/drawing/2014/main" id="{5F9D2376-F92C-70CC-7E4A-0F195E3EA543}"/>
              </a:ext>
            </a:extLst>
          </p:cNvPr>
          <p:cNvSpPr/>
          <p:nvPr userDrawn="1"/>
        </p:nvSpPr>
        <p:spPr>
          <a:xfrm rot="10800000">
            <a:off x="7559558" y="-1156784"/>
            <a:ext cx="4010434" cy="4010172"/>
          </a:xfrm>
          <a:prstGeom prst="ellipse">
            <a:avLst/>
          </a:prstGeom>
          <a:gradFill flip="none" rotWithShape="1">
            <a:gsLst>
              <a:gs pos="14000">
                <a:srgbClr val="FFFFFF">
                  <a:alpha val="30368"/>
                </a:srgbClr>
              </a:gs>
              <a:gs pos="13661">
                <a:srgbClr val="8896A9">
                  <a:alpha val="15184"/>
                </a:srgbClr>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algn="ctr" defTabSz="412756">
              <a:defRPr sz="3200">
                <a:solidFill>
                  <a:srgbClr val="FFFFFF"/>
                </a:solidFill>
                <a:latin typeface="Helvetica Neue Medium"/>
                <a:ea typeface="Helvetica Neue Medium"/>
                <a:cs typeface="Helvetica Neue Medium"/>
                <a:sym typeface="Helvetica Neue Medium"/>
              </a:defRPr>
            </a:pPr>
            <a:endParaRPr sz="1600" b="0" i="0" dirty="0">
              <a:latin typeface="Manrope" pitchFamily="2" charset="0"/>
              <a:cs typeface="Arial" panose="020B0604020202020204" pitchFamily="34" charset="0"/>
            </a:endParaRPr>
          </a:p>
        </p:txBody>
      </p:sp>
      <p:sp>
        <p:nvSpPr>
          <p:cNvPr id="6" name="Cerchio">
            <a:extLst>
              <a:ext uri="{FF2B5EF4-FFF2-40B4-BE49-F238E27FC236}">
                <a16:creationId xmlns:a16="http://schemas.microsoft.com/office/drawing/2014/main" id="{A0BCD1D3-187F-0F81-48F7-30E4CB14B416}"/>
              </a:ext>
            </a:extLst>
          </p:cNvPr>
          <p:cNvSpPr/>
          <p:nvPr userDrawn="1"/>
        </p:nvSpPr>
        <p:spPr>
          <a:xfrm>
            <a:off x="7559558" y="2853390"/>
            <a:ext cx="4010432" cy="4010171"/>
          </a:xfrm>
          <a:prstGeom prst="ellipse">
            <a:avLst/>
          </a:prstGeom>
          <a:gradFill flip="none" rotWithShape="1">
            <a:gsLst>
              <a:gs pos="14000">
                <a:srgbClr val="FFFFFF">
                  <a:alpha val="30000"/>
                </a:srgbClr>
              </a:gs>
              <a:gs pos="13661">
                <a:srgbClr val="8896A9">
                  <a:alpha val="14846"/>
                </a:srgbClr>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algn="ctr" defTabSz="412756">
              <a:defRPr sz="3200">
                <a:solidFill>
                  <a:srgbClr val="FFFFFF">
                    <a:alpha val="20092"/>
                  </a:srgbClr>
                </a:solidFill>
                <a:latin typeface="Helvetica Neue Medium"/>
                <a:ea typeface="Helvetica Neue Medium"/>
                <a:cs typeface="Helvetica Neue Medium"/>
                <a:sym typeface="Helvetica Neue Medium"/>
              </a:defRPr>
            </a:pPr>
            <a:endParaRPr sz="1600" b="0" i="0" dirty="0">
              <a:latin typeface="Manrope" pitchFamily="2" charset="0"/>
              <a:cs typeface="Arial" panose="020B0604020202020204" pitchFamily="34" charset="0"/>
            </a:endParaRPr>
          </a:p>
        </p:txBody>
      </p:sp>
      <p:cxnSp>
        <p:nvCxnSpPr>
          <p:cNvPr id="9" name="Connettore diritto 8">
            <a:extLst>
              <a:ext uri="{FF2B5EF4-FFF2-40B4-BE49-F238E27FC236}">
                <a16:creationId xmlns:a16="http://schemas.microsoft.com/office/drawing/2014/main" id="{2B7B3A0A-3A1B-42DE-B9AE-23655BAD3745}"/>
              </a:ext>
            </a:extLst>
          </p:cNvPr>
          <p:cNvCxnSpPr>
            <a:cxnSpLocks/>
          </p:cNvCxnSpPr>
          <p:nvPr userDrawn="1"/>
        </p:nvCxnSpPr>
        <p:spPr>
          <a:xfrm>
            <a:off x="11569992" y="0"/>
            <a:ext cx="0" cy="6858000"/>
          </a:xfrm>
          <a:prstGeom prst="line">
            <a:avLst/>
          </a:prstGeom>
          <a:ln w="6350">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Connettore diritto 9">
            <a:extLst>
              <a:ext uri="{FF2B5EF4-FFF2-40B4-BE49-F238E27FC236}">
                <a16:creationId xmlns:a16="http://schemas.microsoft.com/office/drawing/2014/main" id="{FD11F552-5459-4905-94FE-760C82166453}"/>
              </a:ext>
            </a:extLst>
          </p:cNvPr>
          <p:cNvCxnSpPr>
            <a:cxnSpLocks/>
          </p:cNvCxnSpPr>
          <p:nvPr userDrawn="1"/>
        </p:nvCxnSpPr>
        <p:spPr>
          <a:xfrm>
            <a:off x="7559558" y="0"/>
            <a:ext cx="0" cy="6858000"/>
          </a:xfrm>
          <a:prstGeom prst="line">
            <a:avLst/>
          </a:prstGeom>
          <a:ln w="6350">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Connettore diritto 10">
            <a:extLst>
              <a:ext uri="{FF2B5EF4-FFF2-40B4-BE49-F238E27FC236}">
                <a16:creationId xmlns:a16="http://schemas.microsoft.com/office/drawing/2014/main" id="{FFD66269-DBF7-485E-8F18-092A9E8BABC4}"/>
              </a:ext>
            </a:extLst>
          </p:cNvPr>
          <p:cNvCxnSpPr>
            <a:cxnSpLocks/>
          </p:cNvCxnSpPr>
          <p:nvPr userDrawn="1"/>
        </p:nvCxnSpPr>
        <p:spPr>
          <a:xfrm>
            <a:off x="0" y="2853390"/>
            <a:ext cx="12192000" cy="0"/>
          </a:xfrm>
          <a:prstGeom prst="line">
            <a:avLst/>
          </a:prstGeom>
          <a:ln w="6350">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pic>
        <p:nvPicPr>
          <p:cNvPr id="14" name="Elemento grafico 13">
            <a:extLst>
              <a:ext uri="{FF2B5EF4-FFF2-40B4-BE49-F238E27FC236}">
                <a16:creationId xmlns:a16="http://schemas.microsoft.com/office/drawing/2014/main" id="{96DD59D6-FA30-4BBD-9323-B5B02742E06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5306" y="554831"/>
            <a:ext cx="2088000" cy="676394"/>
          </a:xfrm>
          <a:prstGeom prst="rect">
            <a:avLst/>
          </a:prstGeom>
        </p:spPr>
      </p:pic>
    </p:spTree>
    <p:extLst>
      <p:ext uri="{BB962C8B-B14F-4D97-AF65-F5344CB8AC3E}">
        <p14:creationId xmlns:p14="http://schemas.microsoft.com/office/powerpoint/2010/main" val="20905856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ver B">
    <p:bg>
      <p:bgPr>
        <a:gradFill>
          <a:gsLst>
            <a:gs pos="0">
              <a:schemeClr val="tx1"/>
            </a:gs>
            <a:gs pos="100000">
              <a:srgbClr val="102C53"/>
            </a:gs>
          </a:gsLst>
          <a:lin ang="5400000" scaled="0"/>
        </a:gradFill>
        <a:effectLst/>
      </p:bgPr>
    </p:bg>
    <p:spTree>
      <p:nvGrpSpPr>
        <p:cNvPr id="1" name=""/>
        <p:cNvGrpSpPr/>
        <p:nvPr/>
      </p:nvGrpSpPr>
      <p:grpSpPr>
        <a:xfrm>
          <a:off x="0" y="0"/>
          <a:ext cx="0" cy="0"/>
          <a:chOff x="0" y="0"/>
          <a:chExt cx="0" cy="0"/>
        </a:xfrm>
      </p:grpSpPr>
      <p:sp>
        <p:nvSpPr>
          <p:cNvPr id="36" name="Ovale 35">
            <a:extLst>
              <a:ext uri="{FF2B5EF4-FFF2-40B4-BE49-F238E27FC236}">
                <a16:creationId xmlns:a16="http://schemas.microsoft.com/office/drawing/2014/main" id="{51B3AA80-97EC-50CB-4FE0-29FF43A159AF}"/>
              </a:ext>
            </a:extLst>
          </p:cNvPr>
          <p:cNvSpPr/>
          <p:nvPr userDrawn="1"/>
        </p:nvSpPr>
        <p:spPr>
          <a:xfrm>
            <a:off x="2609" y="-5443635"/>
            <a:ext cx="10887979" cy="10887270"/>
          </a:xfrm>
          <a:prstGeom prst="ellipse">
            <a:avLst/>
          </a:prstGeom>
          <a:gradFill flip="none" rotWithShape="1">
            <a:gsLst>
              <a:gs pos="38000">
                <a:schemeClr val="tx1">
                  <a:lumMod val="0"/>
                  <a:lumOff val="100000"/>
                  <a:alpha val="11000"/>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dirty="0">
              <a:latin typeface="Manrope" pitchFamily="2" charset="0"/>
            </a:endParaRPr>
          </a:p>
        </p:txBody>
      </p:sp>
      <p:sp>
        <p:nvSpPr>
          <p:cNvPr id="38" name="Ovale 37">
            <a:extLst>
              <a:ext uri="{FF2B5EF4-FFF2-40B4-BE49-F238E27FC236}">
                <a16:creationId xmlns:a16="http://schemas.microsoft.com/office/drawing/2014/main" id="{0F01AAD3-5366-6929-C4BA-2E51CD3F31D4}"/>
              </a:ext>
            </a:extLst>
          </p:cNvPr>
          <p:cNvSpPr/>
          <p:nvPr userDrawn="1"/>
        </p:nvSpPr>
        <p:spPr>
          <a:xfrm rot="19314398">
            <a:off x="2609" y="5468773"/>
            <a:ext cx="10887979" cy="10887270"/>
          </a:xfrm>
          <a:prstGeom prst="ellipse">
            <a:avLst/>
          </a:prstGeom>
          <a:gradFill flip="none" rotWithShape="1">
            <a:gsLst>
              <a:gs pos="38000">
                <a:schemeClr val="tx1">
                  <a:lumMod val="0"/>
                  <a:lumOff val="100000"/>
                  <a:alpha val="10301"/>
                </a:schemeClr>
              </a:gs>
              <a:gs pos="82000">
                <a:schemeClr val="accent3">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0" name="Linea">
            <a:extLst>
              <a:ext uri="{FF2B5EF4-FFF2-40B4-BE49-F238E27FC236}">
                <a16:creationId xmlns:a16="http://schemas.microsoft.com/office/drawing/2014/main" id="{2889EA06-D03D-AD37-B610-762B18DC9D96}"/>
              </a:ext>
            </a:extLst>
          </p:cNvPr>
          <p:cNvSpPr/>
          <p:nvPr userDrawn="1"/>
        </p:nvSpPr>
        <p:spPr>
          <a:xfrm rot="10800000" flipH="1">
            <a:off x="10895557" y="1057"/>
            <a:ext cx="1" cy="6855889"/>
          </a:xfrm>
          <a:prstGeom prst="line">
            <a:avLst/>
          </a:prstGeom>
          <a:ln w="6350">
            <a:solidFill>
              <a:schemeClr val="bg1">
                <a:alpha val="50000"/>
              </a:schemeClr>
            </a:solidFill>
            <a:miter lim="400000"/>
          </a:ln>
        </p:spPr>
        <p:txBody>
          <a:bodyPr lIns="25399" tIns="25399" rIns="25399" bIns="25399" anchor="ctr"/>
          <a:lstStyle/>
          <a:p>
            <a:endParaRPr sz="1200" dirty="0">
              <a:latin typeface="Manrope" pitchFamily="2" charset="0"/>
            </a:endParaRPr>
          </a:p>
        </p:txBody>
      </p:sp>
      <p:sp>
        <p:nvSpPr>
          <p:cNvPr id="11" name="Linea">
            <a:extLst>
              <a:ext uri="{FF2B5EF4-FFF2-40B4-BE49-F238E27FC236}">
                <a16:creationId xmlns:a16="http://schemas.microsoft.com/office/drawing/2014/main" id="{1C01A8D5-245E-26D8-2ECA-82D4764647AF}"/>
              </a:ext>
            </a:extLst>
          </p:cNvPr>
          <p:cNvSpPr/>
          <p:nvPr userDrawn="1"/>
        </p:nvSpPr>
        <p:spPr>
          <a:xfrm rot="10800000">
            <a:off x="-3064" y="5436688"/>
            <a:ext cx="12198128" cy="1"/>
          </a:xfrm>
          <a:prstGeom prst="line">
            <a:avLst/>
          </a:prstGeom>
          <a:ln w="6350">
            <a:solidFill>
              <a:schemeClr val="bg1">
                <a:alpha val="50000"/>
              </a:schemeClr>
            </a:solidFill>
            <a:miter lim="400000"/>
          </a:ln>
        </p:spPr>
        <p:txBody>
          <a:bodyPr lIns="25399" tIns="25399" rIns="25399" bIns="25399" anchor="ctr"/>
          <a:lstStyle/>
          <a:p>
            <a:endParaRPr sz="1200" dirty="0">
              <a:latin typeface="Manrope" pitchFamily="2" charset="0"/>
            </a:endParaRPr>
          </a:p>
        </p:txBody>
      </p:sp>
      <p:sp>
        <p:nvSpPr>
          <p:cNvPr id="24" name="Titolo 5">
            <a:extLst>
              <a:ext uri="{FF2B5EF4-FFF2-40B4-BE49-F238E27FC236}">
                <a16:creationId xmlns:a16="http://schemas.microsoft.com/office/drawing/2014/main" id="{7A3C36CA-9D5D-490C-3E31-571AF7EC542E}"/>
              </a:ext>
            </a:extLst>
          </p:cNvPr>
          <p:cNvSpPr>
            <a:spLocks noGrp="1"/>
          </p:cNvSpPr>
          <p:nvPr>
            <p:ph type="title" hasCustomPrompt="1"/>
          </p:nvPr>
        </p:nvSpPr>
        <p:spPr>
          <a:xfrm>
            <a:off x="593376" y="2970949"/>
            <a:ext cx="10297220" cy="1979441"/>
          </a:xfrm>
          <a:prstGeom prst="rect">
            <a:avLst/>
          </a:prstGeom>
        </p:spPr>
        <p:txBody>
          <a:bodyPr lIns="0" tIns="360000" rIns="0" bIns="0" anchor="b"/>
          <a:lstStyle>
            <a:lvl1pPr>
              <a:defRPr>
                <a:solidFill>
                  <a:schemeClr val="bg1"/>
                </a:solidFill>
              </a:defRPr>
            </a:lvl1pPr>
          </a:lstStyle>
          <a:p>
            <a:r>
              <a:rPr lang="it-IT" dirty="0"/>
              <a:t>Inserire titolo</a:t>
            </a:r>
            <a:br>
              <a:rPr lang="it-IT" dirty="0"/>
            </a:br>
            <a:r>
              <a:rPr lang="it-IT" dirty="0"/>
              <a:t>Presentazione</a:t>
            </a:r>
          </a:p>
        </p:txBody>
      </p:sp>
      <p:sp>
        <p:nvSpPr>
          <p:cNvPr id="25" name="Tema / Titolo / Docente  |  00. 00. 0000">
            <a:extLst>
              <a:ext uri="{FF2B5EF4-FFF2-40B4-BE49-F238E27FC236}">
                <a16:creationId xmlns:a16="http://schemas.microsoft.com/office/drawing/2014/main" id="{A4A528BE-7AD2-13B5-15DC-484153FDCFB1}"/>
              </a:ext>
            </a:extLst>
          </p:cNvPr>
          <p:cNvSpPr txBox="1">
            <a:spLocks noGrp="1"/>
          </p:cNvSpPr>
          <p:nvPr>
            <p:ph type="body" sz="quarter" idx="21" hasCustomPrompt="1"/>
          </p:nvPr>
        </p:nvSpPr>
        <p:spPr>
          <a:xfrm>
            <a:off x="600710" y="5929933"/>
            <a:ext cx="4078060" cy="318490"/>
          </a:xfrm>
          <a:prstGeom prst="rect">
            <a:avLst/>
          </a:prstGeom>
        </p:spPr>
        <p:txBody>
          <a:bodyPr lIns="45719" tIns="45719" rIns="45719" bIns="45719">
            <a:noAutofit/>
          </a:bodyPr>
          <a:lstStyle>
            <a:lvl1pPr marL="0" indent="0">
              <a:lnSpc>
                <a:spcPct val="100000"/>
              </a:lnSpc>
              <a:buNone/>
              <a:defRPr sz="1200">
                <a:solidFill>
                  <a:schemeClr val="bg1"/>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00. 00. 0000  |  Relatore</a:t>
            </a:r>
          </a:p>
        </p:txBody>
      </p:sp>
      <p:pic>
        <p:nvPicPr>
          <p:cNvPr id="14" name="Elemento grafico 13">
            <a:extLst>
              <a:ext uri="{FF2B5EF4-FFF2-40B4-BE49-F238E27FC236}">
                <a16:creationId xmlns:a16="http://schemas.microsoft.com/office/drawing/2014/main" id="{606C5E15-79D3-4DBA-B886-216D082B12E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5306" y="554831"/>
            <a:ext cx="2088000" cy="676394"/>
          </a:xfrm>
          <a:prstGeom prst="rect">
            <a:avLst/>
          </a:prstGeom>
        </p:spPr>
      </p:pic>
    </p:spTree>
    <p:extLst>
      <p:ext uri="{BB962C8B-B14F-4D97-AF65-F5344CB8AC3E}">
        <p14:creationId xmlns:p14="http://schemas.microsoft.com/office/powerpoint/2010/main" val="12355012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ver C">
    <p:bg>
      <p:bgPr>
        <a:gradFill>
          <a:gsLst>
            <a:gs pos="68000">
              <a:schemeClr val="accent3"/>
            </a:gs>
            <a:gs pos="100000">
              <a:schemeClr val="bg1"/>
            </a:gs>
            <a:gs pos="27000">
              <a:schemeClr val="accent1"/>
            </a:gs>
          </a:gsLst>
          <a:lin ang="5400000" scaled="0"/>
        </a:gradFill>
        <a:effectLst/>
      </p:bgPr>
    </p:bg>
    <p:spTree>
      <p:nvGrpSpPr>
        <p:cNvPr id="1" name=""/>
        <p:cNvGrpSpPr/>
        <p:nvPr/>
      </p:nvGrpSpPr>
      <p:grpSpPr>
        <a:xfrm>
          <a:off x="0" y="0"/>
          <a:ext cx="0" cy="0"/>
          <a:chOff x="0" y="0"/>
          <a:chExt cx="0" cy="0"/>
        </a:xfrm>
      </p:grpSpPr>
      <p:sp>
        <p:nvSpPr>
          <p:cNvPr id="34" name="t">
            <a:extLst>
              <a:ext uri="{FF2B5EF4-FFF2-40B4-BE49-F238E27FC236}">
                <a16:creationId xmlns:a16="http://schemas.microsoft.com/office/drawing/2014/main" id="{5904BB58-3F14-9C88-2C51-FC53AD74ECDB}"/>
              </a:ext>
            </a:extLst>
          </p:cNvPr>
          <p:cNvSpPr/>
          <p:nvPr userDrawn="1"/>
        </p:nvSpPr>
        <p:spPr>
          <a:xfrm>
            <a:off x="-13900" y="5890078"/>
            <a:ext cx="12220596" cy="97807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lstStyle>
            <a:lvl1pPr algn="ctr" defTabSz="825500">
              <a:defRPr sz="3200">
                <a:solidFill>
                  <a:srgbClr val="FFFFFF"/>
                </a:solidFill>
                <a:latin typeface="Helvetica Neue Medium"/>
                <a:ea typeface="Helvetica Neue Medium"/>
                <a:cs typeface="Helvetica Neue Medium"/>
                <a:sym typeface="Helvetica Neue Medium"/>
              </a:defRPr>
            </a:lvl1pPr>
          </a:lstStyle>
          <a:p>
            <a:r>
              <a:rPr sz="1600" dirty="0">
                <a:latin typeface="Arial" panose="020B0604020202020204" pitchFamily="34" charset="0"/>
                <a:cs typeface="Arial" panose="020B0604020202020204" pitchFamily="34" charset="0"/>
              </a:rPr>
              <a:t>t</a:t>
            </a:r>
          </a:p>
        </p:txBody>
      </p:sp>
      <p:grpSp>
        <p:nvGrpSpPr>
          <p:cNvPr id="35" name="Raggruppa">
            <a:extLst>
              <a:ext uri="{FF2B5EF4-FFF2-40B4-BE49-F238E27FC236}">
                <a16:creationId xmlns:a16="http://schemas.microsoft.com/office/drawing/2014/main" id="{10E0AFDC-3F66-1CFB-E987-27D87A91FC3E}"/>
              </a:ext>
            </a:extLst>
          </p:cNvPr>
          <p:cNvGrpSpPr/>
          <p:nvPr userDrawn="1"/>
        </p:nvGrpSpPr>
        <p:grpSpPr>
          <a:xfrm>
            <a:off x="2454737" y="6112429"/>
            <a:ext cx="774301" cy="512711"/>
            <a:chOff x="55030" y="-1"/>
            <a:chExt cx="1548497" cy="1025419"/>
          </a:xfrm>
        </p:grpSpPr>
        <p:sp>
          <p:nvSpPr>
            <p:cNvPr id="36" name="Dicitura 01">
              <a:extLst>
                <a:ext uri="{FF2B5EF4-FFF2-40B4-BE49-F238E27FC236}">
                  <a16:creationId xmlns:a16="http://schemas.microsoft.com/office/drawing/2014/main" id="{10073F5C-DD0F-6D06-4F37-6385373A1AB7}"/>
                </a:ext>
              </a:extLst>
            </p:cNvPr>
            <p:cNvSpPr txBox="1"/>
            <p:nvPr/>
          </p:nvSpPr>
          <p:spPr>
            <a:xfrm>
              <a:off x="55030" y="102541"/>
              <a:ext cx="1391313" cy="48218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lgn="r">
                <a:defRPr sz="2200">
                  <a:solidFill>
                    <a:srgbClr val="102C53"/>
                  </a:solidFill>
                </a:defRPr>
              </a:lvl1pPr>
            </a:lstStyle>
            <a:p>
              <a:r>
                <a:rPr sz="900" b="1" dirty="0" err="1">
                  <a:latin typeface="Manrope" pitchFamily="2" charset="0"/>
                </a:rPr>
                <a:t>Dicitura</a:t>
              </a:r>
              <a:r>
                <a:rPr sz="900" b="1" dirty="0">
                  <a:latin typeface="Manrope" pitchFamily="2" charset="0"/>
                </a:rPr>
                <a:t> 01</a:t>
              </a:r>
            </a:p>
          </p:txBody>
        </p:sp>
        <p:sp>
          <p:nvSpPr>
            <p:cNvPr id="37" name="Linea">
              <a:extLst>
                <a:ext uri="{FF2B5EF4-FFF2-40B4-BE49-F238E27FC236}">
                  <a16:creationId xmlns:a16="http://schemas.microsoft.com/office/drawing/2014/main" id="{A2D93BEA-CDAB-B761-4314-7A4D96C6DDEB}"/>
                </a:ext>
              </a:extLst>
            </p:cNvPr>
            <p:cNvSpPr/>
            <p:nvPr/>
          </p:nvSpPr>
          <p:spPr>
            <a:xfrm flipV="1">
              <a:off x="1603526" y="-1"/>
              <a:ext cx="1" cy="1025419"/>
            </a:xfrm>
            <a:prstGeom prst="line">
              <a:avLst/>
            </a:prstGeom>
            <a:noFill/>
            <a:ln w="9525" cap="flat">
              <a:solidFill>
                <a:srgbClr val="102C53"/>
              </a:solidFill>
              <a:prstDash val="solid"/>
              <a:miter lim="400000"/>
            </a:ln>
            <a:effectLst/>
          </p:spPr>
          <p:txBody>
            <a:bodyPr wrap="square" lIns="50800" tIns="50800" rIns="50800" bIns="50800" numCol="1" anchor="ctr">
              <a:noAutofit/>
            </a:bodyPr>
            <a:lstStyle/>
            <a:p>
              <a:endParaRPr sz="338" dirty="0">
                <a:latin typeface="Manrope" pitchFamily="2" charset="0"/>
              </a:endParaRPr>
            </a:p>
          </p:txBody>
        </p:sp>
      </p:grpSp>
      <p:grpSp>
        <p:nvGrpSpPr>
          <p:cNvPr id="38" name="Raggruppa">
            <a:extLst>
              <a:ext uri="{FF2B5EF4-FFF2-40B4-BE49-F238E27FC236}">
                <a16:creationId xmlns:a16="http://schemas.microsoft.com/office/drawing/2014/main" id="{56DCEED6-6F0E-CCBB-2279-C15A32771039}"/>
              </a:ext>
            </a:extLst>
          </p:cNvPr>
          <p:cNvGrpSpPr/>
          <p:nvPr userDrawn="1"/>
        </p:nvGrpSpPr>
        <p:grpSpPr>
          <a:xfrm>
            <a:off x="6067169" y="6112429"/>
            <a:ext cx="790072" cy="512711"/>
            <a:chOff x="70058" y="-1"/>
            <a:chExt cx="1580036" cy="1025419"/>
          </a:xfrm>
        </p:grpSpPr>
        <p:sp>
          <p:nvSpPr>
            <p:cNvPr id="39" name="Dicitura 02">
              <a:extLst>
                <a:ext uri="{FF2B5EF4-FFF2-40B4-BE49-F238E27FC236}">
                  <a16:creationId xmlns:a16="http://schemas.microsoft.com/office/drawing/2014/main" id="{65F304E2-7E9C-B774-6D16-605FDABF18A3}"/>
                </a:ext>
              </a:extLst>
            </p:cNvPr>
            <p:cNvSpPr txBox="1"/>
            <p:nvPr/>
          </p:nvSpPr>
          <p:spPr>
            <a:xfrm>
              <a:off x="70058" y="102541"/>
              <a:ext cx="1426577" cy="48218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lgn="r">
                <a:defRPr sz="2200">
                  <a:solidFill>
                    <a:srgbClr val="102C53"/>
                  </a:solidFill>
                </a:defRPr>
              </a:lvl1pPr>
            </a:lstStyle>
            <a:p>
              <a:r>
                <a:rPr sz="900" b="1" dirty="0" err="1">
                  <a:latin typeface="Manrope" pitchFamily="2" charset="0"/>
                </a:rPr>
                <a:t>Dicitura</a:t>
              </a:r>
              <a:r>
                <a:rPr sz="900" b="1" dirty="0">
                  <a:latin typeface="Manrope" pitchFamily="2" charset="0"/>
                </a:rPr>
                <a:t> 02</a:t>
              </a:r>
            </a:p>
          </p:txBody>
        </p:sp>
        <p:sp>
          <p:nvSpPr>
            <p:cNvPr id="40" name="Linea">
              <a:extLst>
                <a:ext uri="{FF2B5EF4-FFF2-40B4-BE49-F238E27FC236}">
                  <a16:creationId xmlns:a16="http://schemas.microsoft.com/office/drawing/2014/main" id="{0D3513D8-03DF-07FB-C95C-75AB43EA944A}"/>
                </a:ext>
              </a:extLst>
            </p:cNvPr>
            <p:cNvSpPr/>
            <p:nvPr/>
          </p:nvSpPr>
          <p:spPr>
            <a:xfrm flipV="1">
              <a:off x="1650093" y="-1"/>
              <a:ext cx="1" cy="1025419"/>
            </a:xfrm>
            <a:prstGeom prst="line">
              <a:avLst/>
            </a:prstGeom>
            <a:noFill/>
            <a:ln w="9525" cap="flat">
              <a:solidFill>
                <a:srgbClr val="102C53"/>
              </a:solidFill>
              <a:prstDash val="solid"/>
              <a:miter lim="400000"/>
            </a:ln>
            <a:effectLst/>
          </p:spPr>
          <p:txBody>
            <a:bodyPr wrap="square" lIns="50800" tIns="50800" rIns="50800" bIns="50800" numCol="1" anchor="ctr">
              <a:noAutofit/>
            </a:bodyPr>
            <a:lstStyle/>
            <a:p>
              <a:endParaRPr sz="338" dirty="0">
                <a:latin typeface="Manrope" pitchFamily="2" charset="0"/>
              </a:endParaRPr>
            </a:p>
          </p:txBody>
        </p:sp>
      </p:grpSp>
      <p:grpSp>
        <p:nvGrpSpPr>
          <p:cNvPr id="41" name="Raggruppa">
            <a:extLst>
              <a:ext uri="{FF2B5EF4-FFF2-40B4-BE49-F238E27FC236}">
                <a16:creationId xmlns:a16="http://schemas.microsoft.com/office/drawing/2014/main" id="{EE4E4B32-B5F8-3F30-EE38-C91ECC226870}"/>
              </a:ext>
            </a:extLst>
          </p:cNvPr>
          <p:cNvGrpSpPr/>
          <p:nvPr userDrawn="1"/>
        </p:nvGrpSpPr>
        <p:grpSpPr>
          <a:xfrm>
            <a:off x="7104925" y="6152538"/>
            <a:ext cx="979517" cy="453158"/>
            <a:chOff x="60711" y="0"/>
            <a:chExt cx="1958904" cy="906313"/>
          </a:xfrm>
        </p:grpSpPr>
        <p:sp>
          <p:nvSpPr>
            <p:cNvPr id="42" name="Logo">
              <a:extLst>
                <a:ext uri="{FF2B5EF4-FFF2-40B4-BE49-F238E27FC236}">
                  <a16:creationId xmlns:a16="http://schemas.microsoft.com/office/drawing/2014/main" id="{01F912F9-4CA7-0309-4362-4AE504D449B0}"/>
                </a:ext>
              </a:extLst>
            </p:cNvPr>
            <p:cNvSpPr txBox="1"/>
            <p:nvPr/>
          </p:nvSpPr>
          <p:spPr>
            <a:xfrm>
              <a:off x="996967" y="135122"/>
              <a:ext cx="1022648" cy="63607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sz="2800">
                  <a:solidFill>
                    <a:srgbClr val="D5D5D5"/>
                  </a:solidFill>
                </a:defRPr>
              </a:lvl1pPr>
            </a:lstStyle>
            <a:p>
              <a:r>
                <a:rPr sz="1400" dirty="0">
                  <a:latin typeface="Manrope" pitchFamily="2" charset="0"/>
                </a:rPr>
                <a:t>Logo</a:t>
              </a:r>
            </a:p>
          </p:txBody>
        </p:sp>
        <p:sp>
          <p:nvSpPr>
            <p:cNvPr id="43" name="Poligono">
              <a:extLst>
                <a:ext uri="{FF2B5EF4-FFF2-40B4-BE49-F238E27FC236}">
                  <a16:creationId xmlns:a16="http://schemas.microsoft.com/office/drawing/2014/main" id="{1A2CDB77-2460-9096-7611-C3E31F3AB038}"/>
                </a:ext>
              </a:extLst>
            </p:cNvPr>
            <p:cNvSpPr/>
            <p:nvPr/>
          </p:nvSpPr>
          <p:spPr>
            <a:xfrm>
              <a:off x="60711" y="0"/>
              <a:ext cx="784891" cy="90631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5400"/>
                  </a:lnTo>
                  <a:lnTo>
                    <a:pt x="21600" y="16200"/>
                  </a:lnTo>
                  <a:lnTo>
                    <a:pt x="10800" y="21600"/>
                  </a:lnTo>
                  <a:lnTo>
                    <a:pt x="0" y="16200"/>
                  </a:lnTo>
                  <a:lnTo>
                    <a:pt x="0" y="5400"/>
                  </a:lnTo>
                  <a:close/>
                </a:path>
              </a:pathLst>
            </a:custGeom>
            <a:solidFill>
              <a:srgbClr val="D5D5D5"/>
            </a:solidFill>
            <a:ln w="12700" cap="flat">
              <a:noFill/>
              <a:miter lim="400000"/>
            </a:ln>
            <a:effectLst/>
          </p:spPr>
          <p:txBody>
            <a:bodyPr wrap="square" lIns="50800" tIns="50800" rIns="50800" bIns="50800" numCol="1" anchor="ctr">
              <a:noAutofit/>
            </a:bodyPr>
            <a:lstStyle/>
            <a:p>
              <a:pPr algn="ctr" defTabSz="412756">
                <a:defRPr sz="3200">
                  <a:solidFill>
                    <a:srgbClr val="FFFFFF"/>
                  </a:solidFill>
                  <a:latin typeface="Helvetica Neue Medium"/>
                  <a:ea typeface="Helvetica Neue Medium"/>
                  <a:cs typeface="Helvetica Neue Medium"/>
                  <a:sym typeface="Helvetica Neue Medium"/>
                </a:defRPr>
              </a:pPr>
              <a:endParaRPr sz="1600" dirty="0">
                <a:latin typeface="Arial" panose="020B0604020202020204" pitchFamily="34" charset="0"/>
                <a:cs typeface="Arial" panose="020B0604020202020204" pitchFamily="34" charset="0"/>
              </a:endParaRPr>
            </a:p>
          </p:txBody>
        </p:sp>
      </p:grpSp>
      <p:grpSp>
        <p:nvGrpSpPr>
          <p:cNvPr id="44" name="Raggruppa">
            <a:extLst>
              <a:ext uri="{FF2B5EF4-FFF2-40B4-BE49-F238E27FC236}">
                <a16:creationId xmlns:a16="http://schemas.microsoft.com/office/drawing/2014/main" id="{E9DC9E88-ED5E-A322-CEF0-BA8C7730DD17}"/>
              </a:ext>
            </a:extLst>
          </p:cNvPr>
          <p:cNvGrpSpPr/>
          <p:nvPr userDrawn="1"/>
        </p:nvGrpSpPr>
        <p:grpSpPr>
          <a:xfrm>
            <a:off x="3478116" y="6125021"/>
            <a:ext cx="2345580" cy="508191"/>
            <a:chOff x="-1" y="0"/>
            <a:chExt cx="4690853" cy="1016381"/>
          </a:xfrm>
        </p:grpSpPr>
        <p:grpSp>
          <p:nvGrpSpPr>
            <p:cNvPr id="45" name="Raggruppa">
              <a:extLst>
                <a:ext uri="{FF2B5EF4-FFF2-40B4-BE49-F238E27FC236}">
                  <a16:creationId xmlns:a16="http://schemas.microsoft.com/office/drawing/2014/main" id="{0AAB06EA-BD72-204E-2331-5ADA684865D6}"/>
                </a:ext>
              </a:extLst>
            </p:cNvPr>
            <p:cNvGrpSpPr/>
            <p:nvPr/>
          </p:nvGrpSpPr>
          <p:grpSpPr>
            <a:xfrm>
              <a:off x="-1" y="0"/>
              <a:ext cx="2032314" cy="1016381"/>
              <a:chOff x="0" y="0"/>
              <a:chExt cx="2032313" cy="1016380"/>
            </a:xfrm>
          </p:grpSpPr>
          <p:sp>
            <p:nvSpPr>
              <p:cNvPr id="49" name="Logo">
                <a:extLst>
                  <a:ext uri="{FF2B5EF4-FFF2-40B4-BE49-F238E27FC236}">
                    <a16:creationId xmlns:a16="http://schemas.microsoft.com/office/drawing/2014/main" id="{E2A46CB7-6126-FAF4-587A-DD55008E4667}"/>
                  </a:ext>
                </a:extLst>
              </p:cNvPr>
              <p:cNvSpPr txBox="1"/>
              <p:nvPr/>
            </p:nvSpPr>
            <p:spPr>
              <a:xfrm>
                <a:off x="1009665" y="190150"/>
                <a:ext cx="1022648" cy="63607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sz="2800">
                    <a:solidFill>
                      <a:srgbClr val="D5D5D5"/>
                    </a:solidFill>
                  </a:defRPr>
                </a:lvl1pPr>
              </a:lstStyle>
              <a:p>
                <a:r>
                  <a:rPr sz="1400" dirty="0">
                    <a:latin typeface="Manrope" pitchFamily="2" charset="0"/>
                  </a:rPr>
                  <a:t>Logo</a:t>
                </a:r>
              </a:p>
            </p:txBody>
          </p:sp>
          <p:sp>
            <p:nvSpPr>
              <p:cNvPr id="50" name="Triangolo">
                <a:extLst>
                  <a:ext uri="{FF2B5EF4-FFF2-40B4-BE49-F238E27FC236}">
                    <a16:creationId xmlns:a16="http://schemas.microsoft.com/office/drawing/2014/main" id="{49414913-DF6E-3124-0037-4413F4E9DBA5}"/>
                  </a:ext>
                </a:extLst>
              </p:cNvPr>
              <p:cNvSpPr/>
              <p:nvPr/>
            </p:nvSpPr>
            <p:spPr>
              <a:xfrm>
                <a:off x="0" y="0"/>
                <a:ext cx="1016380" cy="101638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D5D5D5"/>
              </a:solidFill>
              <a:ln w="12700" cap="flat">
                <a:noFill/>
                <a:miter lim="400000"/>
              </a:ln>
              <a:effectLst/>
            </p:spPr>
            <p:txBody>
              <a:bodyPr wrap="square" lIns="50800" tIns="50800" rIns="50800" bIns="50800" numCol="1" anchor="ctr">
                <a:noAutofit/>
              </a:bodyPr>
              <a:lstStyle/>
              <a:p>
                <a:pPr algn="ctr" defTabSz="412756">
                  <a:defRPr sz="3200">
                    <a:solidFill>
                      <a:srgbClr val="FFFFFF"/>
                    </a:solidFill>
                    <a:latin typeface="Helvetica Neue Medium"/>
                    <a:ea typeface="Helvetica Neue Medium"/>
                    <a:cs typeface="Helvetica Neue Medium"/>
                    <a:sym typeface="Helvetica Neue Medium"/>
                  </a:defRPr>
                </a:pPr>
                <a:endParaRPr sz="1600" dirty="0">
                  <a:latin typeface="Arial" panose="020B0604020202020204" pitchFamily="34" charset="0"/>
                  <a:cs typeface="Arial" panose="020B0604020202020204" pitchFamily="34" charset="0"/>
                </a:endParaRPr>
              </a:p>
            </p:txBody>
          </p:sp>
        </p:grpSp>
        <p:grpSp>
          <p:nvGrpSpPr>
            <p:cNvPr id="46" name="Raggruppa">
              <a:extLst>
                <a:ext uri="{FF2B5EF4-FFF2-40B4-BE49-F238E27FC236}">
                  <a16:creationId xmlns:a16="http://schemas.microsoft.com/office/drawing/2014/main" id="{2E1D7F5F-ABE7-5DE5-9E9B-5271458A6691}"/>
                </a:ext>
              </a:extLst>
            </p:cNvPr>
            <p:cNvGrpSpPr/>
            <p:nvPr/>
          </p:nvGrpSpPr>
          <p:grpSpPr>
            <a:xfrm>
              <a:off x="2519023" y="0"/>
              <a:ext cx="2171829" cy="1016381"/>
              <a:chOff x="0" y="0"/>
              <a:chExt cx="2171826" cy="1016380"/>
            </a:xfrm>
          </p:grpSpPr>
          <p:sp>
            <p:nvSpPr>
              <p:cNvPr id="47" name="Logo">
                <a:extLst>
                  <a:ext uri="{FF2B5EF4-FFF2-40B4-BE49-F238E27FC236}">
                    <a16:creationId xmlns:a16="http://schemas.microsoft.com/office/drawing/2014/main" id="{FB792114-1E03-A8B8-F9F6-0BD1E522B30C}"/>
                  </a:ext>
                </a:extLst>
              </p:cNvPr>
              <p:cNvSpPr txBox="1"/>
              <p:nvPr/>
            </p:nvSpPr>
            <p:spPr>
              <a:xfrm>
                <a:off x="1149178" y="190150"/>
                <a:ext cx="1022648" cy="63607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sz="2800">
                    <a:solidFill>
                      <a:srgbClr val="D5D5D5"/>
                    </a:solidFill>
                  </a:defRPr>
                </a:lvl1pPr>
              </a:lstStyle>
              <a:p>
                <a:r>
                  <a:rPr sz="1400" dirty="0">
                    <a:latin typeface="Manrope" pitchFamily="2" charset="0"/>
                  </a:rPr>
                  <a:t>Logo</a:t>
                </a:r>
              </a:p>
            </p:txBody>
          </p:sp>
          <p:sp>
            <p:nvSpPr>
              <p:cNvPr id="48" name="Rettangolo arrotondato">
                <a:extLst>
                  <a:ext uri="{FF2B5EF4-FFF2-40B4-BE49-F238E27FC236}">
                    <a16:creationId xmlns:a16="http://schemas.microsoft.com/office/drawing/2014/main" id="{51D7D47B-E4A9-117B-C867-618C7B14273D}"/>
                  </a:ext>
                </a:extLst>
              </p:cNvPr>
              <p:cNvSpPr/>
              <p:nvPr/>
            </p:nvSpPr>
            <p:spPr>
              <a:xfrm>
                <a:off x="0" y="0"/>
                <a:ext cx="1016380" cy="1016380"/>
              </a:xfrm>
              <a:prstGeom prst="roundRect">
                <a:avLst>
                  <a:gd name="adj" fmla="val 9826"/>
                </a:avLst>
              </a:prstGeom>
              <a:solidFill>
                <a:srgbClr val="D5D5D5"/>
              </a:solidFill>
              <a:ln w="12700" cap="flat">
                <a:noFill/>
                <a:miter lim="400000"/>
              </a:ln>
              <a:effectLst/>
            </p:spPr>
            <p:txBody>
              <a:bodyPr wrap="square" lIns="50800" tIns="50800" rIns="50800" bIns="50800" numCol="1" anchor="ctr">
                <a:noAutofit/>
              </a:bodyPr>
              <a:lstStyle/>
              <a:p>
                <a:pPr algn="ctr" defTabSz="412756">
                  <a:defRPr sz="3200">
                    <a:solidFill>
                      <a:srgbClr val="D5D5D5"/>
                    </a:solidFill>
                    <a:latin typeface="Helvetica Neue Medium"/>
                    <a:ea typeface="Helvetica Neue Medium"/>
                    <a:cs typeface="Helvetica Neue Medium"/>
                    <a:sym typeface="Helvetica Neue Medium"/>
                  </a:defRPr>
                </a:pPr>
                <a:endParaRPr sz="1600" dirty="0">
                  <a:latin typeface="Arial" panose="020B0604020202020204" pitchFamily="34" charset="0"/>
                  <a:cs typeface="Arial" panose="020B0604020202020204" pitchFamily="34" charset="0"/>
                </a:endParaRPr>
              </a:p>
            </p:txBody>
          </p:sp>
        </p:grpSp>
      </p:grpSp>
      <p:sp>
        <p:nvSpPr>
          <p:cNvPr id="52" name="Titolo 5">
            <a:extLst>
              <a:ext uri="{FF2B5EF4-FFF2-40B4-BE49-F238E27FC236}">
                <a16:creationId xmlns:a16="http://schemas.microsoft.com/office/drawing/2014/main" id="{FAD942FF-4AE3-BA4F-0D20-F8F6CDA75DBC}"/>
              </a:ext>
            </a:extLst>
          </p:cNvPr>
          <p:cNvSpPr>
            <a:spLocks noGrp="1"/>
          </p:cNvSpPr>
          <p:nvPr>
            <p:ph type="title" hasCustomPrompt="1"/>
          </p:nvPr>
        </p:nvSpPr>
        <p:spPr>
          <a:xfrm>
            <a:off x="603287" y="1873912"/>
            <a:ext cx="6894110" cy="2324100"/>
          </a:xfrm>
          <a:prstGeom prst="rect">
            <a:avLst/>
          </a:prstGeom>
        </p:spPr>
        <p:txBody>
          <a:bodyPr lIns="0" tIns="360000" rIns="0" bIns="0" anchor="t"/>
          <a:lstStyle>
            <a:lvl1pPr>
              <a:defRPr>
                <a:solidFill>
                  <a:schemeClr val="bg1"/>
                </a:solidFill>
              </a:defRPr>
            </a:lvl1pPr>
          </a:lstStyle>
          <a:p>
            <a:r>
              <a:rPr lang="it-IT" dirty="0"/>
              <a:t>Inserire titolo</a:t>
            </a:r>
          </a:p>
        </p:txBody>
      </p:sp>
      <p:sp>
        <p:nvSpPr>
          <p:cNvPr id="53" name="Tema / Titolo / Docente  |  00. 00. 0000">
            <a:extLst>
              <a:ext uri="{FF2B5EF4-FFF2-40B4-BE49-F238E27FC236}">
                <a16:creationId xmlns:a16="http://schemas.microsoft.com/office/drawing/2014/main" id="{21E39AD4-D17D-DA18-8557-753A1598EDBB}"/>
              </a:ext>
            </a:extLst>
          </p:cNvPr>
          <p:cNvSpPr txBox="1">
            <a:spLocks noGrp="1"/>
          </p:cNvSpPr>
          <p:nvPr>
            <p:ph type="body" sz="quarter" idx="21" hasCustomPrompt="1"/>
          </p:nvPr>
        </p:nvSpPr>
        <p:spPr>
          <a:xfrm>
            <a:off x="600710" y="494701"/>
            <a:ext cx="4078060" cy="318490"/>
          </a:xfrm>
          <a:prstGeom prst="rect">
            <a:avLst/>
          </a:prstGeom>
        </p:spPr>
        <p:txBody>
          <a:bodyPr lIns="45719" tIns="45719" rIns="45719" bIns="45719">
            <a:noAutofit/>
          </a:bodyPr>
          <a:lstStyle>
            <a:lvl1pPr marL="0" indent="0">
              <a:lnSpc>
                <a:spcPct val="100000"/>
              </a:lnSpc>
              <a:buNone/>
              <a:defRPr sz="1200">
                <a:solidFill>
                  <a:schemeClr val="bg1"/>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00. 00. 0000  |  Relatore</a:t>
            </a:r>
          </a:p>
        </p:txBody>
      </p:sp>
      <p:sp>
        <p:nvSpPr>
          <p:cNvPr id="31" name="Cerchio">
            <a:extLst>
              <a:ext uri="{FF2B5EF4-FFF2-40B4-BE49-F238E27FC236}">
                <a16:creationId xmlns:a16="http://schemas.microsoft.com/office/drawing/2014/main" id="{A9903704-CFC7-476C-9852-F48766C69614}"/>
              </a:ext>
            </a:extLst>
          </p:cNvPr>
          <p:cNvSpPr/>
          <p:nvPr userDrawn="1"/>
        </p:nvSpPr>
        <p:spPr>
          <a:xfrm rot="10800000">
            <a:off x="7559558" y="-2130267"/>
            <a:ext cx="4010434" cy="4010172"/>
          </a:xfrm>
          <a:prstGeom prst="ellipse">
            <a:avLst/>
          </a:prstGeom>
          <a:gradFill flip="none" rotWithShape="1">
            <a:gsLst>
              <a:gs pos="14000">
                <a:srgbClr val="FFFFFF">
                  <a:alpha val="30368"/>
                </a:srgbClr>
              </a:gs>
              <a:gs pos="13661">
                <a:srgbClr val="8896A9">
                  <a:alpha val="15184"/>
                </a:srgbClr>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algn="ctr" defTabSz="412756">
              <a:defRPr sz="3200">
                <a:solidFill>
                  <a:srgbClr val="FFFFFF"/>
                </a:solidFill>
                <a:latin typeface="Helvetica Neue Medium"/>
                <a:ea typeface="Helvetica Neue Medium"/>
                <a:cs typeface="Helvetica Neue Medium"/>
                <a:sym typeface="Helvetica Neue Medium"/>
              </a:defRPr>
            </a:pPr>
            <a:endParaRPr sz="1600" b="0" i="0" dirty="0">
              <a:latin typeface="Manrope" pitchFamily="2" charset="0"/>
              <a:cs typeface="Arial" panose="020B0604020202020204" pitchFamily="34" charset="0"/>
            </a:endParaRPr>
          </a:p>
        </p:txBody>
      </p:sp>
      <p:sp>
        <p:nvSpPr>
          <p:cNvPr id="32" name="Cerchio">
            <a:extLst>
              <a:ext uri="{FF2B5EF4-FFF2-40B4-BE49-F238E27FC236}">
                <a16:creationId xmlns:a16="http://schemas.microsoft.com/office/drawing/2014/main" id="{A6756836-4360-4832-91E9-DC1FED362D89}"/>
              </a:ext>
            </a:extLst>
          </p:cNvPr>
          <p:cNvSpPr/>
          <p:nvPr userDrawn="1"/>
        </p:nvSpPr>
        <p:spPr>
          <a:xfrm>
            <a:off x="7559558" y="1879907"/>
            <a:ext cx="4010432" cy="4010171"/>
          </a:xfrm>
          <a:prstGeom prst="ellipse">
            <a:avLst/>
          </a:prstGeom>
          <a:gradFill flip="none" rotWithShape="1">
            <a:gsLst>
              <a:gs pos="14000">
                <a:srgbClr val="FFFFFF">
                  <a:alpha val="30000"/>
                </a:srgbClr>
              </a:gs>
              <a:gs pos="13661">
                <a:srgbClr val="8896A9">
                  <a:alpha val="14846"/>
                </a:srgbClr>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algn="ctr" defTabSz="412756">
              <a:defRPr sz="3200">
                <a:solidFill>
                  <a:srgbClr val="FFFFFF">
                    <a:alpha val="20092"/>
                  </a:srgbClr>
                </a:solidFill>
                <a:latin typeface="Helvetica Neue Medium"/>
                <a:ea typeface="Helvetica Neue Medium"/>
                <a:cs typeface="Helvetica Neue Medium"/>
                <a:sym typeface="Helvetica Neue Medium"/>
              </a:defRPr>
            </a:pPr>
            <a:endParaRPr sz="1600" b="0" i="0" dirty="0">
              <a:latin typeface="Manrope" pitchFamily="2" charset="0"/>
              <a:cs typeface="Arial" panose="020B0604020202020204" pitchFamily="34" charset="0"/>
            </a:endParaRPr>
          </a:p>
        </p:txBody>
      </p:sp>
      <p:cxnSp>
        <p:nvCxnSpPr>
          <p:cNvPr id="33" name="Connettore diritto 32">
            <a:extLst>
              <a:ext uri="{FF2B5EF4-FFF2-40B4-BE49-F238E27FC236}">
                <a16:creationId xmlns:a16="http://schemas.microsoft.com/office/drawing/2014/main" id="{21D738D7-7E88-4675-A0EF-E3BAD613F5D5}"/>
              </a:ext>
            </a:extLst>
          </p:cNvPr>
          <p:cNvCxnSpPr>
            <a:cxnSpLocks/>
          </p:cNvCxnSpPr>
          <p:nvPr userDrawn="1"/>
        </p:nvCxnSpPr>
        <p:spPr>
          <a:xfrm>
            <a:off x="11569992" y="-973483"/>
            <a:ext cx="0" cy="685800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Connettore diritto 53">
            <a:extLst>
              <a:ext uri="{FF2B5EF4-FFF2-40B4-BE49-F238E27FC236}">
                <a16:creationId xmlns:a16="http://schemas.microsoft.com/office/drawing/2014/main" id="{F9039971-82D3-47A9-A22B-57F88091170C}"/>
              </a:ext>
            </a:extLst>
          </p:cNvPr>
          <p:cNvCxnSpPr>
            <a:cxnSpLocks/>
          </p:cNvCxnSpPr>
          <p:nvPr userDrawn="1"/>
        </p:nvCxnSpPr>
        <p:spPr>
          <a:xfrm>
            <a:off x="7559558" y="-973483"/>
            <a:ext cx="0" cy="685800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Connettore diritto 54">
            <a:extLst>
              <a:ext uri="{FF2B5EF4-FFF2-40B4-BE49-F238E27FC236}">
                <a16:creationId xmlns:a16="http://schemas.microsoft.com/office/drawing/2014/main" id="{646E7D75-6D87-4823-9E66-BDAA6D07313A}"/>
              </a:ext>
            </a:extLst>
          </p:cNvPr>
          <p:cNvCxnSpPr>
            <a:cxnSpLocks/>
          </p:cNvCxnSpPr>
          <p:nvPr userDrawn="1"/>
        </p:nvCxnSpPr>
        <p:spPr>
          <a:xfrm>
            <a:off x="0" y="1879907"/>
            <a:ext cx="12192000" cy="0"/>
          </a:xfrm>
          <a:prstGeom prst="line">
            <a:avLst/>
          </a:prstGeom>
          <a:ln w="952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pic>
        <p:nvPicPr>
          <p:cNvPr id="27" name="Elemento grafico 26">
            <a:extLst>
              <a:ext uri="{FF2B5EF4-FFF2-40B4-BE49-F238E27FC236}">
                <a16:creationId xmlns:a16="http://schemas.microsoft.com/office/drawing/2014/main" id="{FF578DCB-6598-48EB-937C-141C852D442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27412" y="6129055"/>
            <a:ext cx="1548000" cy="501465"/>
          </a:xfrm>
          <a:prstGeom prst="rect">
            <a:avLst/>
          </a:prstGeom>
        </p:spPr>
      </p:pic>
    </p:spTree>
    <p:extLst>
      <p:ext uri="{BB962C8B-B14F-4D97-AF65-F5344CB8AC3E}">
        <p14:creationId xmlns:p14="http://schemas.microsoft.com/office/powerpoint/2010/main" val="21855006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ver D">
    <p:bg>
      <p:bgPr>
        <a:gradFill>
          <a:gsLst>
            <a:gs pos="100000">
              <a:srgbClr val="8795A8"/>
            </a:gs>
            <a:gs pos="27000">
              <a:srgbClr val="102C53"/>
            </a:gs>
          </a:gsLst>
          <a:lin ang="5400000" scaled="0"/>
        </a:gradFill>
        <a:effectLst/>
      </p:bgPr>
    </p:bg>
    <p:spTree>
      <p:nvGrpSpPr>
        <p:cNvPr id="1" name=""/>
        <p:cNvGrpSpPr/>
        <p:nvPr/>
      </p:nvGrpSpPr>
      <p:grpSpPr>
        <a:xfrm>
          <a:off x="0" y="0"/>
          <a:ext cx="0" cy="0"/>
          <a:chOff x="0" y="0"/>
          <a:chExt cx="0" cy="0"/>
        </a:xfrm>
      </p:grpSpPr>
      <p:sp>
        <p:nvSpPr>
          <p:cNvPr id="4" name="Ovale 3">
            <a:extLst>
              <a:ext uri="{FF2B5EF4-FFF2-40B4-BE49-F238E27FC236}">
                <a16:creationId xmlns:a16="http://schemas.microsoft.com/office/drawing/2014/main" id="{0F18E289-8097-CB41-B2E0-E50D794D361D}"/>
              </a:ext>
            </a:extLst>
          </p:cNvPr>
          <p:cNvSpPr/>
          <p:nvPr userDrawn="1"/>
        </p:nvSpPr>
        <p:spPr>
          <a:xfrm>
            <a:off x="2609" y="1424519"/>
            <a:ext cx="10887979" cy="10887270"/>
          </a:xfrm>
          <a:prstGeom prst="ellipse">
            <a:avLst/>
          </a:prstGeom>
          <a:gradFill flip="none" rotWithShape="1">
            <a:gsLst>
              <a:gs pos="38000">
                <a:schemeClr val="tx1">
                  <a:lumMod val="0"/>
                  <a:lumOff val="100000"/>
                  <a:alpha val="15412"/>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dirty="0">
              <a:latin typeface="Manrope" pitchFamily="2" charset="0"/>
            </a:endParaRPr>
          </a:p>
        </p:txBody>
      </p:sp>
      <p:sp>
        <p:nvSpPr>
          <p:cNvPr id="34" name="t">
            <a:extLst>
              <a:ext uri="{FF2B5EF4-FFF2-40B4-BE49-F238E27FC236}">
                <a16:creationId xmlns:a16="http://schemas.microsoft.com/office/drawing/2014/main" id="{5904BB58-3F14-9C88-2C51-FC53AD74ECDB}"/>
              </a:ext>
            </a:extLst>
          </p:cNvPr>
          <p:cNvSpPr/>
          <p:nvPr userDrawn="1"/>
        </p:nvSpPr>
        <p:spPr>
          <a:xfrm>
            <a:off x="-13900" y="5890078"/>
            <a:ext cx="12220596" cy="97807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lstStyle>
            <a:lvl1pPr algn="ctr" defTabSz="825500">
              <a:defRPr sz="3200">
                <a:solidFill>
                  <a:srgbClr val="FFFFFF"/>
                </a:solidFill>
                <a:latin typeface="Helvetica Neue Medium"/>
                <a:ea typeface="Helvetica Neue Medium"/>
                <a:cs typeface="Helvetica Neue Medium"/>
                <a:sym typeface="Helvetica Neue Medium"/>
              </a:defRPr>
            </a:lvl1pPr>
          </a:lstStyle>
          <a:p>
            <a:r>
              <a:rPr sz="1600" dirty="0">
                <a:latin typeface="Arial" panose="020B0604020202020204" pitchFamily="34" charset="0"/>
                <a:cs typeface="Arial" panose="020B0604020202020204" pitchFamily="34" charset="0"/>
              </a:rPr>
              <a:t>t</a:t>
            </a:r>
          </a:p>
        </p:txBody>
      </p:sp>
      <p:grpSp>
        <p:nvGrpSpPr>
          <p:cNvPr id="35" name="Raggruppa">
            <a:extLst>
              <a:ext uri="{FF2B5EF4-FFF2-40B4-BE49-F238E27FC236}">
                <a16:creationId xmlns:a16="http://schemas.microsoft.com/office/drawing/2014/main" id="{10E0AFDC-3F66-1CFB-E987-27D87A91FC3E}"/>
              </a:ext>
            </a:extLst>
          </p:cNvPr>
          <p:cNvGrpSpPr/>
          <p:nvPr userDrawn="1"/>
        </p:nvGrpSpPr>
        <p:grpSpPr>
          <a:xfrm>
            <a:off x="2454737" y="6112429"/>
            <a:ext cx="774301" cy="512711"/>
            <a:chOff x="55030" y="-1"/>
            <a:chExt cx="1548497" cy="1025419"/>
          </a:xfrm>
        </p:grpSpPr>
        <p:sp>
          <p:nvSpPr>
            <p:cNvPr id="36" name="Dicitura 01">
              <a:extLst>
                <a:ext uri="{FF2B5EF4-FFF2-40B4-BE49-F238E27FC236}">
                  <a16:creationId xmlns:a16="http://schemas.microsoft.com/office/drawing/2014/main" id="{10073F5C-DD0F-6D06-4F37-6385373A1AB7}"/>
                </a:ext>
              </a:extLst>
            </p:cNvPr>
            <p:cNvSpPr txBox="1"/>
            <p:nvPr/>
          </p:nvSpPr>
          <p:spPr>
            <a:xfrm>
              <a:off x="55030" y="102541"/>
              <a:ext cx="1391313" cy="48218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lgn="r">
                <a:defRPr sz="2200">
                  <a:solidFill>
                    <a:srgbClr val="102C53"/>
                  </a:solidFill>
                </a:defRPr>
              </a:lvl1pPr>
            </a:lstStyle>
            <a:p>
              <a:r>
                <a:rPr sz="900" b="1" dirty="0" err="1">
                  <a:latin typeface="Manrope" pitchFamily="2" charset="0"/>
                </a:rPr>
                <a:t>Dicitura</a:t>
              </a:r>
              <a:r>
                <a:rPr sz="900" b="1" dirty="0">
                  <a:latin typeface="Manrope" pitchFamily="2" charset="0"/>
                </a:rPr>
                <a:t> 01</a:t>
              </a:r>
            </a:p>
          </p:txBody>
        </p:sp>
        <p:sp>
          <p:nvSpPr>
            <p:cNvPr id="37" name="Linea">
              <a:extLst>
                <a:ext uri="{FF2B5EF4-FFF2-40B4-BE49-F238E27FC236}">
                  <a16:creationId xmlns:a16="http://schemas.microsoft.com/office/drawing/2014/main" id="{A2D93BEA-CDAB-B761-4314-7A4D96C6DDEB}"/>
                </a:ext>
              </a:extLst>
            </p:cNvPr>
            <p:cNvSpPr/>
            <p:nvPr/>
          </p:nvSpPr>
          <p:spPr>
            <a:xfrm flipV="1">
              <a:off x="1603526" y="-1"/>
              <a:ext cx="1" cy="1025419"/>
            </a:xfrm>
            <a:prstGeom prst="line">
              <a:avLst/>
            </a:prstGeom>
            <a:noFill/>
            <a:ln w="9525" cap="flat">
              <a:solidFill>
                <a:srgbClr val="102C53"/>
              </a:solidFill>
              <a:prstDash val="solid"/>
              <a:miter lim="400000"/>
            </a:ln>
            <a:effectLst/>
          </p:spPr>
          <p:txBody>
            <a:bodyPr wrap="square" lIns="50800" tIns="50800" rIns="50800" bIns="50800" numCol="1" anchor="ctr">
              <a:noAutofit/>
            </a:bodyPr>
            <a:lstStyle/>
            <a:p>
              <a:endParaRPr sz="338" dirty="0">
                <a:latin typeface="Manrope" pitchFamily="2" charset="0"/>
              </a:endParaRPr>
            </a:p>
          </p:txBody>
        </p:sp>
      </p:grpSp>
      <p:grpSp>
        <p:nvGrpSpPr>
          <p:cNvPr id="38" name="Raggruppa">
            <a:extLst>
              <a:ext uri="{FF2B5EF4-FFF2-40B4-BE49-F238E27FC236}">
                <a16:creationId xmlns:a16="http://schemas.microsoft.com/office/drawing/2014/main" id="{56DCEED6-6F0E-CCBB-2279-C15A32771039}"/>
              </a:ext>
            </a:extLst>
          </p:cNvPr>
          <p:cNvGrpSpPr/>
          <p:nvPr userDrawn="1"/>
        </p:nvGrpSpPr>
        <p:grpSpPr>
          <a:xfrm>
            <a:off x="6067169" y="6112429"/>
            <a:ext cx="790072" cy="512711"/>
            <a:chOff x="70058" y="-1"/>
            <a:chExt cx="1580036" cy="1025419"/>
          </a:xfrm>
        </p:grpSpPr>
        <p:sp>
          <p:nvSpPr>
            <p:cNvPr id="39" name="Dicitura 02">
              <a:extLst>
                <a:ext uri="{FF2B5EF4-FFF2-40B4-BE49-F238E27FC236}">
                  <a16:creationId xmlns:a16="http://schemas.microsoft.com/office/drawing/2014/main" id="{65F304E2-7E9C-B774-6D16-605FDABF18A3}"/>
                </a:ext>
              </a:extLst>
            </p:cNvPr>
            <p:cNvSpPr txBox="1"/>
            <p:nvPr/>
          </p:nvSpPr>
          <p:spPr>
            <a:xfrm>
              <a:off x="70058" y="102541"/>
              <a:ext cx="1426577" cy="48218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lgn="r">
                <a:defRPr sz="2200">
                  <a:solidFill>
                    <a:srgbClr val="102C53"/>
                  </a:solidFill>
                </a:defRPr>
              </a:lvl1pPr>
            </a:lstStyle>
            <a:p>
              <a:r>
                <a:rPr sz="900" b="1" dirty="0" err="1">
                  <a:latin typeface="Manrope" pitchFamily="2" charset="0"/>
                </a:rPr>
                <a:t>Dicitura</a:t>
              </a:r>
              <a:r>
                <a:rPr sz="900" b="1" dirty="0">
                  <a:latin typeface="Manrope" pitchFamily="2" charset="0"/>
                </a:rPr>
                <a:t> 02</a:t>
              </a:r>
            </a:p>
          </p:txBody>
        </p:sp>
        <p:sp>
          <p:nvSpPr>
            <p:cNvPr id="40" name="Linea">
              <a:extLst>
                <a:ext uri="{FF2B5EF4-FFF2-40B4-BE49-F238E27FC236}">
                  <a16:creationId xmlns:a16="http://schemas.microsoft.com/office/drawing/2014/main" id="{0D3513D8-03DF-07FB-C95C-75AB43EA944A}"/>
                </a:ext>
              </a:extLst>
            </p:cNvPr>
            <p:cNvSpPr/>
            <p:nvPr/>
          </p:nvSpPr>
          <p:spPr>
            <a:xfrm flipV="1">
              <a:off x="1650093" y="-1"/>
              <a:ext cx="1" cy="1025419"/>
            </a:xfrm>
            <a:prstGeom prst="line">
              <a:avLst/>
            </a:prstGeom>
            <a:noFill/>
            <a:ln w="9525" cap="flat">
              <a:solidFill>
                <a:srgbClr val="102C53"/>
              </a:solidFill>
              <a:prstDash val="solid"/>
              <a:miter lim="400000"/>
            </a:ln>
            <a:effectLst/>
          </p:spPr>
          <p:txBody>
            <a:bodyPr wrap="square" lIns="50800" tIns="50800" rIns="50800" bIns="50800" numCol="1" anchor="ctr">
              <a:noAutofit/>
            </a:bodyPr>
            <a:lstStyle/>
            <a:p>
              <a:endParaRPr sz="338" dirty="0">
                <a:latin typeface="Manrope" pitchFamily="2" charset="0"/>
              </a:endParaRPr>
            </a:p>
          </p:txBody>
        </p:sp>
      </p:grpSp>
      <p:grpSp>
        <p:nvGrpSpPr>
          <p:cNvPr id="41" name="Raggruppa">
            <a:extLst>
              <a:ext uri="{FF2B5EF4-FFF2-40B4-BE49-F238E27FC236}">
                <a16:creationId xmlns:a16="http://schemas.microsoft.com/office/drawing/2014/main" id="{EE4E4B32-B5F8-3F30-EE38-C91ECC226870}"/>
              </a:ext>
            </a:extLst>
          </p:cNvPr>
          <p:cNvGrpSpPr/>
          <p:nvPr userDrawn="1"/>
        </p:nvGrpSpPr>
        <p:grpSpPr>
          <a:xfrm>
            <a:off x="7104925" y="6152538"/>
            <a:ext cx="979517" cy="453158"/>
            <a:chOff x="60711" y="0"/>
            <a:chExt cx="1958904" cy="906313"/>
          </a:xfrm>
        </p:grpSpPr>
        <p:sp>
          <p:nvSpPr>
            <p:cNvPr id="42" name="Logo">
              <a:extLst>
                <a:ext uri="{FF2B5EF4-FFF2-40B4-BE49-F238E27FC236}">
                  <a16:creationId xmlns:a16="http://schemas.microsoft.com/office/drawing/2014/main" id="{01F912F9-4CA7-0309-4362-4AE504D449B0}"/>
                </a:ext>
              </a:extLst>
            </p:cNvPr>
            <p:cNvSpPr txBox="1"/>
            <p:nvPr/>
          </p:nvSpPr>
          <p:spPr>
            <a:xfrm>
              <a:off x="996967" y="135122"/>
              <a:ext cx="1022648" cy="63607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sz="2800">
                  <a:solidFill>
                    <a:srgbClr val="D5D5D5"/>
                  </a:solidFill>
                </a:defRPr>
              </a:lvl1pPr>
            </a:lstStyle>
            <a:p>
              <a:r>
                <a:rPr sz="1400" dirty="0">
                  <a:latin typeface="Manrope" pitchFamily="2" charset="0"/>
                </a:rPr>
                <a:t>Logo</a:t>
              </a:r>
            </a:p>
          </p:txBody>
        </p:sp>
        <p:sp>
          <p:nvSpPr>
            <p:cNvPr id="43" name="Poligono">
              <a:extLst>
                <a:ext uri="{FF2B5EF4-FFF2-40B4-BE49-F238E27FC236}">
                  <a16:creationId xmlns:a16="http://schemas.microsoft.com/office/drawing/2014/main" id="{1A2CDB77-2460-9096-7611-C3E31F3AB038}"/>
                </a:ext>
              </a:extLst>
            </p:cNvPr>
            <p:cNvSpPr/>
            <p:nvPr/>
          </p:nvSpPr>
          <p:spPr>
            <a:xfrm>
              <a:off x="60711" y="0"/>
              <a:ext cx="784891" cy="90631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5400"/>
                  </a:lnTo>
                  <a:lnTo>
                    <a:pt x="21600" y="16200"/>
                  </a:lnTo>
                  <a:lnTo>
                    <a:pt x="10800" y="21600"/>
                  </a:lnTo>
                  <a:lnTo>
                    <a:pt x="0" y="16200"/>
                  </a:lnTo>
                  <a:lnTo>
                    <a:pt x="0" y="5400"/>
                  </a:lnTo>
                  <a:close/>
                </a:path>
              </a:pathLst>
            </a:custGeom>
            <a:solidFill>
              <a:srgbClr val="D5D5D5"/>
            </a:solidFill>
            <a:ln w="12700" cap="flat">
              <a:noFill/>
              <a:miter lim="400000"/>
            </a:ln>
            <a:effectLst/>
          </p:spPr>
          <p:txBody>
            <a:bodyPr wrap="square" lIns="50800" tIns="50800" rIns="50800" bIns="50800" numCol="1" anchor="ctr">
              <a:noAutofit/>
            </a:bodyPr>
            <a:lstStyle/>
            <a:p>
              <a:pPr algn="ctr" defTabSz="412756">
                <a:defRPr sz="3200">
                  <a:solidFill>
                    <a:srgbClr val="FFFFFF"/>
                  </a:solidFill>
                  <a:latin typeface="Helvetica Neue Medium"/>
                  <a:ea typeface="Helvetica Neue Medium"/>
                  <a:cs typeface="Helvetica Neue Medium"/>
                  <a:sym typeface="Helvetica Neue Medium"/>
                </a:defRPr>
              </a:pPr>
              <a:endParaRPr sz="1600" dirty="0">
                <a:latin typeface="Arial" panose="020B0604020202020204" pitchFamily="34" charset="0"/>
                <a:cs typeface="Arial" panose="020B0604020202020204" pitchFamily="34" charset="0"/>
              </a:endParaRPr>
            </a:p>
          </p:txBody>
        </p:sp>
      </p:grpSp>
      <p:grpSp>
        <p:nvGrpSpPr>
          <p:cNvPr id="44" name="Raggruppa">
            <a:extLst>
              <a:ext uri="{FF2B5EF4-FFF2-40B4-BE49-F238E27FC236}">
                <a16:creationId xmlns:a16="http://schemas.microsoft.com/office/drawing/2014/main" id="{E9DC9E88-ED5E-A322-CEF0-BA8C7730DD17}"/>
              </a:ext>
            </a:extLst>
          </p:cNvPr>
          <p:cNvGrpSpPr/>
          <p:nvPr userDrawn="1"/>
        </p:nvGrpSpPr>
        <p:grpSpPr>
          <a:xfrm>
            <a:off x="3478116" y="6125021"/>
            <a:ext cx="2345580" cy="508191"/>
            <a:chOff x="-1" y="0"/>
            <a:chExt cx="4690853" cy="1016381"/>
          </a:xfrm>
        </p:grpSpPr>
        <p:grpSp>
          <p:nvGrpSpPr>
            <p:cNvPr id="45" name="Raggruppa">
              <a:extLst>
                <a:ext uri="{FF2B5EF4-FFF2-40B4-BE49-F238E27FC236}">
                  <a16:creationId xmlns:a16="http://schemas.microsoft.com/office/drawing/2014/main" id="{0AAB06EA-BD72-204E-2331-5ADA684865D6}"/>
                </a:ext>
              </a:extLst>
            </p:cNvPr>
            <p:cNvGrpSpPr/>
            <p:nvPr/>
          </p:nvGrpSpPr>
          <p:grpSpPr>
            <a:xfrm>
              <a:off x="-1" y="0"/>
              <a:ext cx="2032314" cy="1016381"/>
              <a:chOff x="0" y="0"/>
              <a:chExt cx="2032313" cy="1016380"/>
            </a:xfrm>
          </p:grpSpPr>
          <p:sp>
            <p:nvSpPr>
              <p:cNvPr id="49" name="Logo">
                <a:extLst>
                  <a:ext uri="{FF2B5EF4-FFF2-40B4-BE49-F238E27FC236}">
                    <a16:creationId xmlns:a16="http://schemas.microsoft.com/office/drawing/2014/main" id="{E2A46CB7-6126-FAF4-587A-DD55008E4667}"/>
                  </a:ext>
                </a:extLst>
              </p:cNvPr>
              <p:cNvSpPr txBox="1"/>
              <p:nvPr/>
            </p:nvSpPr>
            <p:spPr>
              <a:xfrm>
                <a:off x="1009665" y="190150"/>
                <a:ext cx="1022648" cy="63607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sz="2800">
                    <a:solidFill>
                      <a:srgbClr val="D5D5D5"/>
                    </a:solidFill>
                  </a:defRPr>
                </a:lvl1pPr>
              </a:lstStyle>
              <a:p>
                <a:r>
                  <a:rPr sz="1400" dirty="0">
                    <a:latin typeface="Manrope" pitchFamily="2" charset="0"/>
                  </a:rPr>
                  <a:t>Logo</a:t>
                </a:r>
              </a:p>
            </p:txBody>
          </p:sp>
          <p:sp>
            <p:nvSpPr>
              <p:cNvPr id="50" name="Triangolo">
                <a:extLst>
                  <a:ext uri="{FF2B5EF4-FFF2-40B4-BE49-F238E27FC236}">
                    <a16:creationId xmlns:a16="http://schemas.microsoft.com/office/drawing/2014/main" id="{49414913-DF6E-3124-0037-4413F4E9DBA5}"/>
                  </a:ext>
                </a:extLst>
              </p:cNvPr>
              <p:cNvSpPr/>
              <p:nvPr/>
            </p:nvSpPr>
            <p:spPr>
              <a:xfrm>
                <a:off x="0" y="0"/>
                <a:ext cx="1016380" cy="101638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D5D5D5"/>
              </a:solidFill>
              <a:ln w="12700" cap="flat">
                <a:noFill/>
                <a:miter lim="400000"/>
              </a:ln>
              <a:effectLst/>
            </p:spPr>
            <p:txBody>
              <a:bodyPr wrap="square" lIns="50800" tIns="50800" rIns="50800" bIns="50800" numCol="1" anchor="ctr">
                <a:noAutofit/>
              </a:bodyPr>
              <a:lstStyle/>
              <a:p>
                <a:pPr algn="ctr" defTabSz="412756">
                  <a:defRPr sz="3200">
                    <a:solidFill>
                      <a:srgbClr val="FFFFFF"/>
                    </a:solidFill>
                    <a:latin typeface="Helvetica Neue Medium"/>
                    <a:ea typeface="Helvetica Neue Medium"/>
                    <a:cs typeface="Helvetica Neue Medium"/>
                    <a:sym typeface="Helvetica Neue Medium"/>
                  </a:defRPr>
                </a:pPr>
                <a:endParaRPr sz="1600" dirty="0">
                  <a:latin typeface="Arial" panose="020B0604020202020204" pitchFamily="34" charset="0"/>
                  <a:cs typeface="Arial" panose="020B0604020202020204" pitchFamily="34" charset="0"/>
                </a:endParaRPr>
              </a:p>
            </p:txBody>
          </p:sp>
        </p:grpSp>
        <p:grpSp>
          <p:nvGrpSpPr>
            <p:cNvPr id="46" name="Raggruppa">
              <a:extLst>
                <a:ext uri="{FF2B5EF4-FFF2-40B4-BE49-F238E27FC236}">
                  <a16:creationId xmlns:a16="http://schemas.microsoft.com/office/drawing/2014/main" id="{2E1D7F5F-ABE7-5DE5-9E9B-5271458A6691}"/>
                </a:ext>
              </a:extLst>
            </p:cNvPr>
            <p:cNvGrpSpPr/>
            <p:nvPr/>
          </p:nvGrpSpPr>
          <p:grpSpPr>
            <a:xfrm>
              <a:off x="2519023" y="0"/>
              <a:ext cx="2171829" cy="1016381"/>
              <a:chOff x="0" y="0"/>
              <a:chExt cx="2171826" cy="1016380"/>
            </a:xfrm>
          </p:grpSpPr>
          <p:sp>
            <p:nvSpPr>
              <p:cNvPr id="47" name="Logo">
                <a:extLst>
                  <a:ext uri="{FF2B5EF4-FFF2-40B4-BE49-F238E27FC236}">
                    <a16:creationId xmlns:a16="http://schemas.microsoft.com/office/drawing/2014/main" id="{FB792114-1E03-A8B8-F9F6-0BD1E522B30C}"/>
                  </a:ext>
                </a:extLst>
              </p:cNvPr>
              <p:cNvSpPr txBox="1"/>
              <p:nvPr/>
            </p:nvSpPr>
            <p:spPr>
              <a:xfrm>
                <a:off x="1149178" y="190150"/>
                <a:ext cx="1022648" cy="63607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sz="2800">
                    <a:solidFill>
                      <a:srgbClr val="D5D5D5"/>
                    </a:solidFill>
                  </a:defRPr>
                </a:lvl1pPr>
              </a:lstStyle>
              <a:p>
                <a:r>
                  <a:rPr sz="1400" dirty="0">
                    <a:latin typeface="Manrope" pitchFamily="2" charset="0"/>
                  </a:rPr>
                  <a:t>Logo</a:t>
                </a:r>
              </a:p>
            </p:txBody>
          </p:sp>
          <p:sp>
            <p:nvSpPr>
              <p:cNvPr id="48" name="Rettangolo arrotondato">
                <a:extLst>
                  <a:ext uri="{FF2B5EF4-FFF2-40B4-BE49-F238E27FC236}">
                    <a16:creationId xmlns:a16="http://schemas.microsoft.com/office/drawing/2014/main" id="{51D7D47B-E4A9-117B-C867-618C7B14273D}"/>
                  </a:ext>
                </a:extLst>
              </p:cNvPr>
              <p:cNvSpPr/>
              <p:nvPr/>
            </p:nvSpPr>
            <p:spPr>
              <a:xfrm>
                <a:off x="0" y="0"/>
                <a:ext cx="1016380" cy="1016380"/>
              </a:xfrm>
              <a:prstGeom prst="roundRect">
                <a:avLst>
                  <a:gd name="adj" fmla="val 9826"/>
                </a:avLst>
              </a:prstGeom>
              <a:solidFill>
                <a:srgbClr val="D5D5D5"/>
              </a:solidFill>
              <a:ln w="12700" cap="flat">
                <a:noFill/>
                <a:miter lim="400000"/>
              </a:ln>
              <a:effectLst/>
            </p:spPr>
            <p:txBody>
              <a:bodyPr wrap="square" lIns="50800" tIns="50800" rIns="50800" bIns="50800" numCol="1" anchor="ctr">
                <a:noAutofit/>
              </a:bodyPr>
              <a:lstStyle/>
              <a:p>
                <a:pPr algn="ctr" defTabSz="412756">
                  <a:defRPr sz="3200">
                    <a:solidFill>
                      <a:srgbClr val="D5D5D5"/>
                    </a:solidFill>
                    <a:latin typeface="Helvetica Neue Medium"/>
                    <a:ea typeface="Helvetica Neue Medium"/>
                    <a:cs typeface="Helvetica Neue Medium"/>
                    <a:sym typeface="Helvetica Neue Medium"/>
                  </a:defRPr>
                </a:pPr>
                <a:endParaRPr sz="1600" dirty="0">
                  <a:latin typeface="Arial" panose="020B0604020202020204" pitchFamily="34" charset="0"/>
                  <a:cs typeface="Arial" panose="020B0604020202020204" pitchFamily="34" charset="0"/>
                </a:endParaRPr>
              </a:p>
            </p:txBody>
          </p:sp>
        </p:grpSp>
      </p:grpSp>
      <p:sp>
        <p:nvSpPr>
          <p:cNvPr id="52" name="Titolo 5">
            <a:extLst>
              <a:ext uri="{FF2B5EF4-FFF2-40B4-BE49-F238E27FC236}">
                <a16:creationId xmlns:a16="http://schemas.microsoft.com/office/drawing/2014/main" id="{FAD942FF-4AE3-BA4F-0D20-F8F6CDA75DBC}"/>
              </a:ext>
            </a:extLst>
          </p:cNvPr>
          <p:cNvSpPr>
            <a:spLocks noGrp="1"/>
          </p:cNvSpPr>
          <p:nvPr>
            <p:ph type="title" hasCustomPrompt="1"/>
          </p:nvPr>
        </p:nvSpPr>
        <p:spPr>
          <a:xfrm>
            <a:off x="603287" y="1873912"/>
            <a:ext cx="10986218" cy="2324100"/>
          </a:xfrm>
          <a:prstGeom prst="rect">
            <a:avLst/>
          </a:prstGeom>
        </p:spPr>
        <p:txBody>
          <a:bodyPr lIns="0" tIns="360000" rIns="0" bIns="0" anchor="t"/>
          <a:lstStyle>
            <a:lvl1pPr>
              <a:defRPr>
                <a:solidFill>
                  <a:schemeClr val="bg1"/>
                </a:solidFill>
              </a:defRPr>
            </a:lvl1pPr>
          </a:lstStyle>
          <a:p>
            <a:r>
              <a:rPr lang="it-IT" dirty="0"/>
              <a:t>Inserire titolo</a:t>
            </a:r>
          </a:p>
        </p:txBody>
      </p:sp>
      <p:sp>
        <p:nvSpPr>
          <p:cNvPr id="53" name="Tema / Titolo / Docente  |  00. 00. 0000">
            <a:extLst>
              <a:ext uri="{FF2B5EF4-FFF2-40B4-BE49-F238E27FC236}">
                <a16:creationId xmlns:a16="http://schemas.microsoft.com/office/drawing/2014/main" id="{21E39AD4-D17D-DA18-8557-753A1598EDBB}"/>
              </a:ext>
            </a:extLst>
          </p:cNvPr>
          <p:cNvSpPr txBox="1">
            <a:spLocks noGrp="1"/>
          </p:cNvSpPr>
          <p:nvPr>
            <p:ph type="body" sz="quarter" idx="21" hasCustomPrompt="1"/>
          </p:nvPr>
        </p:nvSpPr>
        <p:spPr>
          <a:xfrm>
            <a:off x="600710" y="494701"/>
            <a:ext cx="4078060" cy="318490"/>
          </a:xfrm>
          <a:prstGeom prst="rect">
            <a:avLst/>
          </a:prstGeom>
        </p:spPr>
        <p:txBody>
          <a:bodyPr lIns="45719" tIns="45719" rIns="45719" bIns="45719">
            <a:noAutofit/>
          </a:bodyPr>
          <a:lstStyle>
            <a:lvl1pPr marL="0" indent="0">
              <a:lnSpc>
                <a:spcPct val="100000"/>
              </a:lnSpc>
              <a:buNone/>
              <a:defRPr sz="1200">
                <a:solidFill>
                  <a:schemeClr val="bg1"/>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00. 00. 0000  |  Relatore</a:t>
            </a:r>
          </a:p>
        </p:txBody>
      </p:sp>
      <p:sp>
        <p:nvSpPr>
          <p:cNvPr id="62" name="Linea">
            <a:extLst>
              <a:ext uri="{FF2B5EF4-FFF2-40B4-BE49-F238E27FC236}">
                <a16:creationId xmlns:a16="http://schemas.microsoft.com/office/drawing/2014/main" id="{54CC51DA-C723-F8DB-C158-F298D04F09C3}"/>
              </a:ext>
            </a:extLst>
          </p:cNvPr>
          <p:cNvSpPr/>
          <p:nvPr userDrawn="1"/>
        </p:nvSpPr>
        <p:spPr>
          <a:xfrm>
            <a:off x="0" y="1416971"/>
            <a:ext cx="12192795" cy="0"/>
          </a:xfrm>
          <a:prstGeom prst="line">
            <a:avLst/>
          </a:prstGeom>
          <a:ln w="6350">
            <a:solidFill>
              <a:schemeClr val="bg1">
                <a:alpha val="50000"/>
              </a:schemeClr>
            </a:solidFill>
            <a:miter lim="400000"/>
          </a:ln>
        </p:spPr>
        <p:txBody>
          <a:bodyPr lIns="25400" tIns="25400" rIns="25400" bIns="25400" anchor="ctr"/>
          <a:lstStyle/>
          <a:p>
            <a:endParaRPr sz="338" dirty="0">
              <a:latin typeface="Manrope" pitchFamily="2" charset="0"/>
            </a:endParaRPr>
          </a:p>
        </p:txBody>
      </p:sp>
      <p:sp>
        <p:nvSpPr>
          <p:cNvPr id="3" name="Linea">
            <a:extLst>
              <a:ext uri="{FF2B5EF4-FFF2-40B4-BE49-F238E27FC236}">
                <a16:creationId xmlns:a16="http://schemas.microsoft.com/office/drawing/2014/main" id="{212AA810-2E06-6DB2-CF2D-E8B825DA18E6}"/>
              </a:ext>
            </a:extLst>
          </p:cNvPr>
          <p:cNvSpPr/>
          <p:nvPr userDrawn="1"/>
        </p:nvSpPr>
        <p:spPr>
          <a:xfrm rot="10800000" flipH="1">
            <a:off x="10895557" y="-1590"/>
            <a:ext cx="1" cy="6855889"/>
          </a:xfrm>
          <a:prstGeom prst="line">
            <a:avLst/>
          </a:prstGeom>
          <a:ln w="6350">
            <a:solidFill>
              <a:schemeClr val="bg1">
                <a:alpha val="50000"/>
              </a:schemeClr>
            </a:solidFill>
            <a:miter lim="400000"/>
          </a:ln>
        </p:spPr>
        <p:txBody>
          <a:bodyPr lIns="25399" tIns="25399" rIns="25399" bIns="25399" anchor="ctr"/>
          <a:lstStyle/>
          <a:p>
            <a:endParaRPr sz="1200" dirty="0">
              <a:latin typeface="Manrope" pitchFamily="2" charset="0"/>
            </a:endParaRPr>
          </a:p>
        </p:txBody>
      </p:sp>
      <p:sp>
        <p:nvSpPr>
          <p:cNvPr id="28" name="Ovale 27">
            <a:extLst>
              <a:ext uri="{FF2B5EF4-FFF2-40B4-BE49-F238E27FC236}">
                <a16:creationId xmlns:a16="http://schemas.microsoft.com/office/drawing/2014/main" id="{1526C403-D8EF-49F4-AE98-8D0CC36DA1EF}"/>
              </a:ext>
            </a:extLst>
          </p:cNvPr>
          <p:cNvSpPr/>
          <p:nvPr userDrawn="1"/>
        </p:nvSpPr>
        <p:spPr>
          <a:xfrm>
            <a:off x="2609" y="-9470299"/>
            <a:ext cx="10887979" cy="10887270"/>
          </a:xfrm>
          <a:prstGeom prst="ellipse">
            <a:avLst/>
          </a:prstGeom>
          <a:gradFill flip="none" rotWithShape="1">
            <a:gsLst>
              <a:gs pos="38000">
                <a:schemeClr val="tx1">
                  <a:lumMod val="0"/>
                  <a:lumOff val="100000"/>
                  <a:alpha val="15412"/>
                </a:schemeClr>
              </a:gs>
              <a:gs pos="82000">
                <a:schemeClr val="accent3">
                  <a:alpha val="2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900" dirty="0">
              <a:latin typeface="Manrope" pitchFamily="2" charset="0"/>
            </a:endParaRPr>
          </a:p>
        </p:txBody>
      </p:sp>
      <p:pic>
        <p:nvPicPr>
          <p:cNvPr id="27" name="Elemento grafico 26">
            <a:extLst>
              <a:ext uri="{FF2B5EF4-FFF2-40B4-BE49-F238E27FC236}">
                <a16:creationId xmlns:a16="http://schemas.microsoft.com/office/drawing/2014/main" id="{73E11A02-42E0-4BB1-B98B-BE09A4A6F51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27412" y="6129055"/>
            <a:ext cx="1548000" cy="501465"/>
          </a:xfrm>
          <a:prstGeom prst="rect">
            <a:avLst/>
          </a:prstGeom>
        </p:spPr>
      </p:pic>
    </p:spTree>
    <p:extLst>
      <p:ext uri="{BB962C8B-B14F-4D97-AF65-F5344CB8AC3E}">
        <p14:creationId xmlns:p14="http://schemas.microsoft.com/office/powerpoint/2010/main" val="9552675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ver E">
    <p:bg>
      <p:bgPr>
        <a:solidFill>
          <a:schemeClr val="bg1"/>
        </a:solidFill>
        <a:effectLst/>
      </p:bgPr>
    </p:bg>
    <p:spTree>
      <p:nvGrpSpPr>
        <p:cNvPr id="1" name=""/>
        <p:cNvGrpSpPr/>
        <p:nvPr/>
      </p:nvGrpSpPr>
      <p:grpSpPr>
        <a:xfrm>
          <a:off x="0" y="0"/>
          <a:ext cx="0" cy="0"/>
          <a:chOff x="0" y="0"/>
          <a:chExt cx="0" cy="0"/>
        </a:xfrm>
      </p:grpSpPr>
      <p:sp>
        <p:nvSpPr>
          <p:cNvPr id="11" name="Linea">
            <a:extLst>
              <a:ext uri="{FF2B5EF4-FFF2-40B4-BE49-F238E27FC236}">
                <a16:creationId xmlns:a16="http://schemas.microsoft.com/office/drawing/2014/main" id="{06A5565B-3792-761F-D5E8-89E83049F337}"/>
              </a:ext>
            </a:extLst>
          </p:cNvPr>
          <p:cNvSpPr/>
          <p:nvPr userDrawn="1"/>
        </p:nvSpPr>
        <p:spPr>
          <a:xfrm>
            <a:off x="0" y="3429000"/>
            <a:ext cx="12192795" cy="0"/>
          </a:xfrm>
          <a:prstGeom prst="line">
            <a:avLst/>
          </a:prstGeom>
          <a:ln w="6350">
            <a:solidFill>
              <a:srgbClr val="102C53">
                <a:alpha val="50000"/>
              </a:srgbClr>
            </a:solidFill>
            <a:miter lim="400000"/>
          </a:ln>
        </p:spPr>
        <p:txBody>
          <a:bodyPr lIns="25400" tIns="25400" rIns="25400" bIns="25400" anchor="ctr"/>
          <a:lstStyle/>
          <a:p>
            <a:endParaRPr sz="338" dirty="0">
              <a:latin typeface="Manrope" pitchFamily="2" charset="0"/>
            </a:endParaRPr>
          </a:p>
        </p:txBody>
      </p:sp>
      <p:sp>
        <p:nvSpPr>
          <p:cNvPr id="12" name="Linea">
            <a:extLst>
              <a:ext uri="{FF2B5EF4-FFF2-40B4-BE49-F238E27FC236}">
                <a16:creationId xmlns:a16="http://schemas.microsoft.com/office/drawing/2014/main" id="{39CEE595-3918-20DF-0A93-E1BE36E4BCF4}"/>
              </a:ext>
            </a:extLst>
          </p:cNvPr>
          <p:cNvSpPr/>
          <p:nvPr userDrawn="1"/>
        </p:nvSpPr>
        <p:spPr>
          <a:xfrm flipV="1">
            <a:off x="11566815" y="15448"/>
            <a:ext cx="0" cy="6827108"/>
          </a:xfrm>
          <a:prstGeom prst="line">
            <a:avLst/>
          </a:prstGeom>
          <a:ln w="6350">
            <a:solidFill>
              <a:srgbClr val="102C53">
                <a:alpha val="50000"/>
              </a:srgbClr>
            </a:solidFill>
            <a:miter lim="400000"/>
          </a:ln>
        </p:spPr>
        <p:txBody>
          <a:bodyPr lIns="25400" tIns="25400" rIns="25400" bIns="25400" anchor="ctr"/>
          <a:lstStyle/>
          <a:p>
            <a:endParaRPr sz="338" dirty="0">
              <a:latin typeface="Manrope" pitchFamily="2" charset="0"/>
            </a:endParaRPr>
          </a:p>
        </p:txBody>
      </p:sp>
      <p:sp>
        <p:nvSpPr>
          <p:cNvPr id="13" name="Linea">
            <a:extLst>
              <a:ext uri="{FF2B5EF4-FFF2-40B4-BE49-F238E27FC236}">
                <a16:creationId xmlns:a16="http://schemas.microsoft.com/office/drawing/2014/main" id="{1FF15F9B-EC12-8E00-194B-C92BF9532474}"/>
              </a:ext>
            </a:extLst>
          </p:cNvPr>
          <p:cNvSpPr/>
          <p:nvPr userDrawn="1"/>
        </p:nvSpPr>
        <p:spPr>
          <a:xfrm flipV="1">
            <a:off x="7562733" y="15448"/>
            <a:ext cx="0" cy="6827108"/>
          </a:xfrm>
          <a:prstGeom prst="line">
            <a:avLst/>
          </a:prstGeom>
          <a:ln w="6350">
            <a:solidFill>
              <a:srgbClr val="102C53">
                <a:alpha val="50000"/>
              </a:srgbClr>
            </a:solidFill>
            <a:miter lim="400000"/>
          </a:ln>
        </p:spPr>
        <p:txBody>
          <a:bodyPr lIns="25400" tIns="25400" rIns="25400" bIns="25400" anchor="ctr"/>
          <a:lstStyle/>
          <a:p>
            <a:endParaRPr sz="338" dirty="0">
              <a:latin typeface="Manrope" pitchFamily="2" charset="0"/>
            </a:endParaRPr>
          </a:p>
        </p:txBody>
      </p:sp>
      <p:sp>
        <p:nvSpPr>
          <p:cNvPr id="14" name="Tema / Titolo / Docente  |  00. 00. 0000">
            <a:extLst>
              <a:ext uri="{FF2B5EF4-FFF2-40B4-BE49-F238E27FC236}">
                <a16:creationId xmlns:a16="http://schemas.microsoft.com/office/drawing/2014/main" id="{1DCB0E58-CB34-9BB0-27A9-F358FEB81E9A}"/>
              </a:ext>
            </a:extLst>
          </p:cNvPr>
          <p:cNvSpPr txBox="1">
            <a:spLocks noGrp="1"/>
          </p:cNvSpPr>
          <p:nvPr>
            <p:ph type="body" sz="quarter" idx="21" hasCustomPrompt="1"/>
          </p:nvPr>
        </p:nvSpPr>
        <p:spPr>
          <a:xfrm>
            <a:off x="600710" y="5929933"/>
            <a:ext cx="4078060" cy="318490"/>
          </a:xfrm>
          <a:prstGeom prst="rect">
            <a:avLst/>
          </a:prstGeom>
        </p:spPr>
        <p:txBody>
          <a:bodyPr lIns="45719" tIns="45719" rIns="45719" bIns="45719">
            <a:noAutofit/>
          </a:bodyPr>
          <a:lstStyle>
            <a:lvl1pPr marL="0" indent="0">
              <a:lnSpc>
                <a:spcPct val="100000"/>
              </a:lnSpc>
              <a:buNone/>
              <a:defRPr sz="1200">
                <a:solidFill>
                  <a:schemeClr val="tx2"/>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00. 00. 0000  |  Relatore</a:t>
            </a:r>
          </a:p>
        </p:txBody>
      </p:sp>
      <p:sp>
        <p:nvSpPr>
          <p:cNvPr id="17" name="Titolo 5">
            <a:extLst>
              <a:ext uri="{FF2B5EF4-FFF2-40B4-BE49-F238E27FC236}">
                <a16:creationId xmlns:a16="http://schemas.microsoft.com/office/drawing/2014/main" id="{4DAF60AC-FCFA-4F79-8AA6-85AC61BFAA4D}"/>
              </a:ext>
            </a:extLst>
          </p:cNvPr>
          <p:cNvSpPr>
            <a:spLocks noGrp="1"/>
          </p:cNvSpPr>
          <p:nvPr>
            <p:ph type="title" hasCustomPrompt="1"/>
          </p:nvPr>
        </p:nvSpPr>
        <p:spPr>
          <a:xfrm>
            <a:off x="603287" y="3429000"/>
            <a:ext cx="6953096" cy="2324100"/>
          </a:xfrm>
          <a:prstGeom prst="rect">
            <a:avLst/>
          </a:prstGeom>
        </p:spPr>
        <p:txBody>
          <a:bodyPr lIns="0" tIns="360000" rIns="0" bIns="0" anchor="t"/>
          <a:lstStyle>
            <a:lvl1pPr>
              <a:defRPr>
                <a:solidFill>
                  <a:schemeClr val="tx2"/>
                </a:solidFill>
              </a:defRPr>
            </a:lvl1pPr>
          </a:lstStyle>
          <a:p>
            <a:r>
              <a:rPr lang="it-IT" dirty="0"/>
              <a:t>Inserire titolo</a:t>
            </a:r>
            <a:br>
              <a:rPr lang="it-IT" dirty="0"/>
            </a:br>
            <a:r>
              <a:rPr lang="it-IT" dirty="0"/>
              <a:t>Presentazione</a:t>
            </a:r>
          </a:p>
        </p:txBody>
      </p:sp>
      <p:sp>
        <p:nvSpPr>
          <p:cNvPr id="21" name="Cerchio">
            <a:extLst>
              <a:ext uri="{FF2B5EF4-FFF2-40B4-BE49-F238E27FC236}">
                <a16:creationId xmlns:a16="http://schemas.microsoft.com/office/drawing/2014/main" id="{6E7576C8-25DA-044B-E1DD-8104EE1A54CF}"/>
              </a:ext>
            </a:extLst>
          </p:cNvPr>
          <p:cNvSpPr/>
          <p:nvPr userDrawn="1"/>
        </p:nvSpPr>
        <p:spPr>
          <a:xfrm rot="5400000">
            <a:off x="7572787" y="-581302"/>
            <a:ext cx="4010172" cy="4010432"/>
          </a:xfrm>
          <a:prstGeom prst="ellipse">
            <a:avLst/>
          </a:prstGeom>
          <a:gradFill flip="none" rotWithShape="1">
            <a:gsLst>
              <a:gs pos="85000">
                <a:srgbClr val="FFFFFF">
                  <a:alpha val="0"/>
                </a:srgbClr>
              </a:gs>
              <a:gs pos="0">
                <a:srgbClr val="8795A8"/>
              </a:gs>
              <a:gs pos="100000">
                <a:schemeClr val="accent1"/>
              </a:gs>
            </a:gsLst>
            <a:path path="circle">
              <a:fillToRect l="100000" t="100000"/>
            </a:path>
            <a:tileRect r="-100000" b="-100000"/>
          </a:gradFill>
          <a:ln w="12700">
            <a:miter lim="400000"/>
          </a:ln>
        </p:spPr>
        <p:txBody>
          <a:bodyPr lIns="25400" tIns="25400" rIns="25400" bIns="25400" anchor="ctr"/>
          <a:lstStyle/>
          <a:p>
            <a:pPr algn="ctr" defTabSz="412756">
              <a:defRPr sz="3200">
                <a:solidFill>
                  <a:srgbClr val="FFFFFF"/>
                </a:solidFill>
                <a:latin typeface="Helvetica Neue Medium"/>
                <a:ea typeface="Helvetica Neue Medium"/>
                <a:cs typeface="Helvetica Neue Medium"/>
                <a:sym typeface="Helvetica Neue Medium"/>
              </a:defRPr>
            </a:pPr>
            <a:endParaRPr sz="1600" dirty="0">
              <a:latin typeface="Manrope" pitchFamily="2" charset="0"/>
              <a:cs typeface="Arial" panose="020B0604020202020204" pitchFamily="34" charset="0"/>
            </a:endParaRPr>
          </a:p>
        </p:txBody>
      </p:sp>
      <p:sp>
        <p:nvSpPr>
          <p:cNvPr id="22" name="Cerchio">
            <a:extLst>
              <a:ext uri="{FF2B5EF4-FFF2-40B4-BE49-F238E27FC236}">
                <a16:creationId xmlns:a16="http://schemas.microsoft.com/office/drawing/2014/main" id="{30211EF7-C505-8055-D080-3F3D88BB6BE8}"/>
              </a:ext>
            </a:extLst>
          </p:cNvPr>
          <p:cNvSpPr/>
          <p:nvPr userDrawn="1"/>
        </p:nvSpPr>
        <p:spPr>
          <a:xfrm rot="16200000">
            <a:off x="7572787" y="3428871"/>
            <a:ext cx="4010172" cy="4010432"/>
          </a:xfrm>
          <a:prstGeom prst="ellipse">
            <a:avLst/>
          </a:prstGeom>
          <a:gradFill flip="none" rotWithShape="1">
            <a:gsLst>
              <a:gs pos="85000">
                <a:srgbClr val="FFFFFF">
                  <a:alpha val="0"/>
                </a:srgbClr>
              </a:gs>
              <a:gs pos="0">
                <a:srgbClr val="8795A8"/>
              </a:gs>
              <a:gs pos="100000">
                <a:schemeClr val="accent1"/>
              </a:gs>
            </a:gsLst>
            <a:path path="circle">
              <a:fillToRect l="100000" t="100000"/>
            </a:path>
            <a:tileRect r="-100000" b="-100000"/>
          </a:gradFill>
          <a:ln w="12700">
            <a:miter lim="400000"/>
          </a:ln>
        </p:spPr>
        <p:txBody>
          <a:bodyPr lIns="25400" tIns="25400" rIns="25400" bIns="25400" anchor="ctr"/>
          <a:lstStyle/>
          <a:p>
            <a:pPr algn="ctr" defTabSz="412756">
              <a:defRPr sz="3200">
                <a:solidFill>
                  <a:srgbClr val="FFFFFF"/>
                </a:solidFill>
                <a:latin typeface="Helvetica Neue Medium"/>
                <a:ea typeface="Helvetica Neue Medium"/>
                <a:cs typeface="Helvetica Neue Medium"/>
                <a:sym typeface="Helvetica Neue Medium"/>
              </a:defRPr>
            </a:pPr>
            <a:endParaRPr sz="1600" dirty="0">
              <a:latin typeface="Manrope" pitchFamily="2" charset="0"/>
              <a:cs typeface="Arial" panose="020B0604020202020204" pitchFamily="34" charset="0"/>
            </a:endParaRPr>
          </a:p>
        </p:txBody>
      </p:sp>
      <p:pic>
        <p:nvPicPr>
          <p:cNvPr id="3" name="Elemento grafico 2">
            <a:extLst>
              <a:ext uri="{FF2B5EF4-FFF2-40B4-BE49-F238E27FC236}">
                <a16:creationId xmlns:a16="http://schemas.microsoft.com/office/drawing/2014/main" id="{51B1F0B2-95BC-48D0-A4B9-DD912BE07B4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7559" y="557094"/>
            <a:ext cx="2088000" cy="676394"/>
          </a:xfrm>
          <a:prstGeom prst="rect">
            <a:avLst/>
          </a:prstGeom>
        </p:spPr>
      </p:pic>
    </p:spTree>
    <p:extLst>
      <p:ext uri="{BB962C8B-B14F-4D97-AF65-F5344CB8AC3E}">
        <p14:creationId xmlns:p14="http://schemas.microsoft.com/office/powerpoint/2010/main" val="1329788427"/>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ver F">
    <p:bg>
      <p:bgPr>
        <a:solidFill>
          <a:schemeClr val="bg1"/>
        </a:solidFill>
        <a:effectLst/>
      </p:bgPr>
    </p:bg>
    <p:spTree>
      <p:nvGrpSpPr>
        <p:cNvPr id="1" name=""/>
        <p:cNvGrpSpPr/>
        <p:nvPr/>
      </p:nvGrpSpPr>
      <p:grpSpPr>
        <a:xfrm>
          <a:off x="0" y="0"/>
          <a:ext cx="0" cy="0"/>
          <a:chOff x="0" y="0"/>
          <a:chExt cx="0" cy="0"/>
        </a:xfrm>
      </p:grpSpPr>
      <p:pic>
        <p:nvPicPr>
          <p:cNvPr id="19" name="studente-6.jpg">
            <a:extLst>
              <a:ext uri="{FF2B5EF4-FFF2-40B4-BE49-F238E27FC236}">
                <a16:creationId xmlns:a16="http://schemas.microsoft.com/office/drawing/2014/main" id="{DA0DDB76-F351-4164-94AE-C6D2D1E45FB4}"/>
              </a:ext>
            </a:extLst>
          </p:cNvPr>
          <p:cNvPicPr>
            <a:picLocks noChangeAspect="1"/>
          </p:cNvPicPr>
          <p:nvPr userDrawn="1"/>
        </p:nvPicPr>
        <p:blipFill>
          <a:blip r:embed="rId2">
            <a:extLst>
              <a:ext uri="{28A0092B-C50C-407E-A947-70E740481C1C}">
                <a14:useLocalDpi xmlns:a14="http://schemas.microsoft.com/office/drawing/2010/main" val="0"/>
              </a:ext>
            </a:extLst>
          </a:blip>
          <a:srcRect t="7868" b="7868"/>
          <a:stretch/>
        </p:blipFill>
        <p:spPr>
          <a:xfrm>
            <a:off x="1" y="-15446"/>
            <a:ext cx="12202569" cy="6873447"/>
          </a:xfrm>
          <a:prstGeom prst="rect">
            <a:avLst/>
          </a:prstGeom>
        </p:spPr>
      </p:pic>
      <p:sp>
        <p:nvSpPr>
          <p:cNvPr id="12" name="Rettangolo">
            <a:extLst>
              <a:ext uri="{FF2B5EF4-FFF2-40B4-BE49-F238E27FC236}">
                <a16:creationId xmlns:a16="http://schemas.microsoft.com/office/drawing/2014/main" id="{A66CE9DD-F14C-4A96-8D86-1FA07F6449E0}"/>
              </a:ext>
            </a:extLst>
          </p:cNvPr>
          <p:cNvSpPr/>
          <p:nvPr userDrawn="1"/>
        </p:nvSpPr>
        <p:spPr>
          <a:xfrm>
            <a:off x="0" y="0"/>
            <a:ext cx="12212345" cy="6858000"/>
          </a:xfrm>
          <a:prstGeom prst="rect">
            <a:avLst/>
          </a:prstGeom>
          <a:gradFill flip="none" rotWithShape="1">
            <a:gsLst>
              <a:gs pos="0">
                <a:srgbClr val="FFFFFF">
                  <a:alpha val="0"/>
                </a:srgbClr>
              </a:gs>
              <a:gs pos="72000">
                <a:srgbClr val="FFFFFF"/>
              </a:gs>
            </a:gsLst>
            <a:lin ang="5400000" scaled="0"/>
            <a:tileRect/>
          </a:gradFill>
          <a:ln w="12700">
            <a:miter lim="400000"/>
          </a:ln>
        </p:spPr>
        <p:txBody>
          <a:bodyPr lIns="25400" tIns="25400" rIns="25400" bIns="25400" anchor="ctr"/>
          <a:lstStyle/>
          <a:p>
            <a:pPr algn="ctr" defTabSz="412756">
              <a:defRPr sz="3200">
                <a:solidFill>
                  <a:srgbClr val="FFFFFF"/>
                </a:solidFill>
                <a:latin typeface="Helvetica Neue Medium"/>
                <a:ea typeface="Helvetica Neue Medium"/>
                <a:cs typeface="Helvetica Neue Medium"/>
                <a:sym typeface="Helvetica Neue Medium"/>
              </a:defRPr>
            </a:pPr>
            <a:endParaRPr sz="1600" dirty="0">
              <a:latin typeface="Arial" panose="020B0604020202020204" pitchFamily="34" charset="0"/>
              <a:cs typeface="Arial" panose="020B0604020202020204" pitchFamily="34" charset="0"/>
            </a:endParaRPr>
          </a:p>
        </p:txBody>
      </p:sp>
      <p:sp>
        <p:nvSpPr>
          <p:cNvPr id="14" name="Linea">
            <a:extLst>
              <a:ext uri="{FF2B5EF4-FFF2-40B4-BE49-F238E27FC236}">
                <a16:creationId xmlns:a16="http://schemas.microsoft.com/office/drawing/2014/main" id="{B39406AE-79B6-49A1-923B-123760D8505F}"/>
              </a:ext>
            </a:extLst>
          </p:cNvPr>
          <p:cNvSpPr/>
          <p:nvPr userDrawn="1"/>
        </p:nvSpPr>
        <p:spPr>
          <a:xfrm>
            <a:off x="0" y="1980994"/>
            <a:ext cx="12192795" cy="0"/>
          </a:xfrm>
          <a:prstGeom prst="line">
            <a:avLst/>
          </a:prstGeom>
          <a:ln w="6350">
            <a:solidFill>
              <a:schemeClr val="accent1">
                <a:alpha val="50000"/>
              </a:schemeClr>
            </a:solidFill>
            <a:miter lim="400000"/>
          </a:ln>
        </p:spPr>
        <p:txBody>
          <a:bodyPr lIns="25400" tIns="25400" rIns="25400" bIns="25400" anchor="ctr"/>
          <a:lstStyle/>
          <a:p>
            <a:endParaRPr sz="338" dirty="0">
              <a:latin typeface="Manrope" pitchFamily="2" charset="0"/>
            </a:endParaRPr>
          </a:p>
        </p:txBody>
      </p:sp>
      <p:sp>
        <p:nvSpPr>
          <p:cNvPr id="17" name="Linea">
            <a:extLst>
              <a:ext uri="{FF2B5EF4-FFF2-40B4-BE49-F238E27FC236}">
                <a16:creationId xmlns:a16="http://schemas.microsoft.com/office/drawing/2014/main" id="{DCC9F3C9-7921-43F1-BB63-5744C63E565E}"/>
              </a:ext>
            </a:extLst>
          </p:cNvPr>
          <p:cNvSpPr/>
          <p:nvPr userDrawn="1"/>
        </p:nvSpPr>
        <p:spPr>
          <a:xfrm flipV="1">
            <a:off x="10715224" y="15448"/>
            <a:ext cx="0" cy="6827108"/>
          </a:xfrm>
          <a:prstGeom prst="line">
            <a:avLst/>
          </a:prstGeom>
          <a:ln w="6350">
            <a:solidFill>
              <a:schemeClr val="tx2">
                <a:alpha val="50000"/>
              </a:schemeClr>
            </a:solidFill>
            <a:miter lim="400000"/>
          </a:ln>
        </p:spPr>
        <p:txBody>
          <a:bodyPr lIns="25400" tIns="25400" rIns="25400" bIns="25400" anchor="ctr"/>
          <a:lstStyle/>
          <a:p>
            <a:endParaRPr sz="338" dirty="0">
              <a:latin typeface="Manrope" pitchFamily="2" charset="0"/>
            </a:endParaRPr>
          </a:p>
        </p:txBody>
      </p:sp>
      <p:sp>
        <p:nvSpPr>
          <p:cNvPr id="10" name="Ovale 9">
            <a:extLst>
              <a:ext uri="{FF2B5EF4-FFF2-40B4-BE49-F238E27FC236}">
                <a16:creationId xmlns:a16="http://schemas.microsoft.com/office/drawing/2014/main" id="{1CCADD42-EE9E-4858-B6FB-01BA6E38FAD3}"/>
              </a:ext>
            </a:extLst>
          </p:cNvPr>
          <p:cNvSpPr/>
          <p:nvPr userDrawn="1"/>
        </p:nvSpPr>
        <p:spPr>
          <a:xfrm rot="18900000">
            <a:off x="-172754" y="1980994"/>
            <a:ext cx="10887979" cy="10887270"/>
          </a:xfrm>
          <a:prstGeom prst="ellipse">
            <a:avLst/>
          </a:prstGeom>
          <a:gradFill flip="none" rotWithShape="1">
            <a:gsLst>
              <a:gs pos="85000">
                <a:srgbClr val="FFFFFF">
                  <a:alpha val="0"/>
                </a:srgbClr>
              </a:gs>
              <a:gs pos="0">
                <a:schemeClr val="accent3"/>
              </a:gs>
              <a:gs pos="100000">
                <a:schemeClr val="accent1"/>
              </a:gs>
            </a:gsLst>
            <a:path path="circle">
              <a:fillToRect l="100000" t="100000"/>
            </a:path>
            <a:tileRect r="-100000" b="-100000"/>
          </a:gradFill>
          <a:ln w="12700">
            <a:miter lim="400000"/>
          </a:ln>
        </p:spPr>
        <p:txBody>
          <a:bodyPr lIns="25400" tIns="25400" rIns="25400" bIns="25400" anchor="ctr"/>
          <a:lstStyle/>
          <a:p>
            <a:pPr lvl="0" algn="ctr" defTabSz="412756"/>
            <a:endParaRPr lang="it-IT" sz="1600" dirty="0">
              <a:solidFill>
                <a:srgbClr val="FFFFFF"/>
              </a:solidFill>
              <a:latin typeface="Manrope" pitchFamily="2" charset="0"/>
              <a:cs typeface="Arial" panose="020B0604020202020204" pitchFamily="34" charset="0"/>
            </a:endParaRPr>
          </a:p>
        </p:txBody>
      </p:sp>
      <p:sp>
        <p:nvSpPr>
          <p:cNvPr id="15" name="Tema / Titolo / Docente  |  00. 00. 0000">
            <a:extLst>
              <a:ext uri="{FF2B5EF4-FFF2-40B4-BE49-F238E27FC236}">
                <a16:creationId xmlns:a16="http://schemas.microsoft.com/office/drawing/2014/main" id="{43EB2AAE-2F64-43C5-B8E8-F199350D7390}"/>
              </a:ext>
            </a:extLst>
          </p:cNvPr>
          <p:cNvSpPr txBox="1">
            <a:spLocks noGrp="1"/>
          </p:cNvSpPr>
          <p:nvPr>
            <p:ph type="body" sz="quarter" idx="21" hasCustomPrompt="1"/>
          </p:nvPr>
        </p:nvSpPr>
        <p:spPr>
          <a:xfrm>
            <a:off x="600710" y="5929933"/>
            <a:ext cx="4078060" cy="318490"/>
          </a:xfrm>
          <a:prstGeom prst="rect">
            <a:avLst/>
          </a:prstGeom>
        </p:spPr>
        <p:txBody>
          <a:bodyPr lIns="45719" tIns="45719" rIns="45719" bIns="45719">
            <a:noAutofit/>
          </a:bodyPr>
          <a:lstStyle>
            <a:lvl1pPr>
              <a:lnSpc>
                <a:spcPct val="100000"/>
              </a:lnSpc>
              <a:defRPr sz="1200">
                <a:solidFill>
                  <a:schemeClr val="tx2"/>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00. 00. 0000  |  Relatore</a:t>
            </a:r>
          </a:p>
        </p:txBody>
      </p:sp>
      <p:sp>
        <p:nvSpPr>
          <p:cNvPr id="16" name="Titolo 5">
            <a:extLst>
              <a:ext uri="{FF2B5EF4-FFF2-40B4-BE49-F238E27FC236}">
                <a16:creationId xmlns:a16="http://schemas.microsoft.com/office/drawing/2014/main" id="{E8F7923B-B8EC-4C6A-A6CA-70D16747DBD1}"/>
              </a:ext>
            </a:extLst>
          </p:cNvPr>
          <p:cNvSpPr>
            <a:spLocks noGrp="1"/>
          </p:cNvSpPr>
          <p:nvPr>
            <p:ph type="title" hasCustomPrompt="1"/>
          </p:nvPr>
        </p:nvSpPr>
        <p:spPr>
          <a:xfrm>
            <a:off x="593376" y="3448466"/>
            <a:ext cx="6953096" cy="2108271"/>
          </a:xfrm>
          <a:prstGeom prst="rect">
            <a:avLst/>
          </a:prstGeom>
        </p:spPr>
        <p:txBody>
          <a:bodyPr lIns="0" tIns="360000" rIns="0" bIns="0" anchor="t"/>
          <a:lstStyle>
            <a:lvl1pPr>
              <a:defRPr>
                <a:solidFill>
                  <a:schemeClr val="tx2"/>
                </a:solidFill>
              </a:defRPr>
            </a:lvl1pPr>
          </a:lstStyle>
          <a:p>
            <a:r>
              <a:rPr lang="it-IT" dirty="0"/>
              <a:t>Inserire titolo</a:t>
            </a:r>
            <a:br>
              <a:rPr lang="it-IT" dirty="0"/>
            </a:br>
            <a:r>
              <a:rPr lang="it-IT" dirty="0"/>
              <a:t>Presentazione</a:t>
            </a:r>
          </a:p>
        </p:txBody>
      </p:sp>
      <p:sp>
        <p:nvSpPr>
          <p:cNvPr id="18" name="Segnaposto testo 11">
            <a:extLst>
              <a:ext uri="{FF2B5EF4-FFF2-40B4-BE49-F238E27FC236}">
                <a16:creationId xmlns:a16="http://schemas.microsoft.com/office/drawing/2014/main" id="{7B2691BB-C18A-4BDF-B8C5-3FE96696466A}"/>
              </a:ext>
            </a:extLst>
          </p:cNvPr>
          <p:cNvSpPr>
            <a:spLocks noGrp="1"/>
          </p:cNvSpPr>
          <p:nvPr>
            <p:ph type="body" sz="quarter" idx="22" hasCustomPrompt="1"/>
          </p:nvPr>
        </p:nvSpPr>
        <p:spPr>
          <a:xfrm>
            <a:off x="600710" y="2898987"/>
            <a:ext cx="4833938" cy="392112"/>
          </a:xfrm>
        </p:spPr>
        <p:txBody>
          <a:bodyPr>
            <a:noAutofit/>
          </a:bodyPr>
          <a:lstStyle>
            <a:lvl1pPr>
              <a:defRPr sz="2400">
                <a:solidFill>
                  <a:schemeClr val="tx2"/>
                </a:solidFill>
              </a:defRPr>
            </a:lvl1pPr>
          </a:lstStyle>
          <a:p>
            <a:pPr lvl="0"/>
            <a:r>
              <a:rPr lang="it-IT" dirty="0"/>
              <a:t>Sottotitolo</a:t>
            </a:r>
          </a:p>
        </p:txBody>
      </p:sp>
      <p:pic>
        <p:nvPicPr>
          <p:cNvPr id="13" name="Elemento grafico 12">
            <a:extLst>
              <a:ext uri="{FF2B5EF4-FFF2-40B4-BE49-F238E27FC236}">
                <a16:creationId xmlns:a16="http://schemas.microsoft.com/office/drawing/2014/main" id="{FD1FC0B6-D466-4AA7-8BF6-E6C5BD15397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45306" y="554831"/>
            <a:ext cx="2088000" cy="676394"/>
          </a:xfrm>
          <a:prstGeom prst="rect">
            <a:avLst/>
          </a:prstGeom>
        </p:spPr>
      </p:pic>
    </p:spTree>
    <p:extLst>
      <p:ext uri="{BB962C8B-B14F-4D97-AF65-F5344CB8AC3E}">
        <p14:creationId xmlns:p14="http://schemas.microsoft.com/office/powerpoint/2010/main" val="154755745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ver G">
    <p:bg>
      <p:bgPr>
        <a:solidFill>
          <a:schemeClr val="tx1"/>
        </a:solidFill>
        <a:effectLst/>
      </p:bgPr>
    </p:bg>
    <p:spTree>
      <p:nvGrpSpPr>
        <p:cNvPr id="1" name=""/>
        <p:cNvGrpSpPr/>
        <p:nvPr/>
      </p:nvGrpSpPr>
      <p:grpSpPr>
        <a:xfrm>
          <a:off x="0" y="0"/>
          <a:ext cx="0" cy="0"/>
          <a:chOff x="0" y="0"/>
          <a:chExt cx="0" cy="0"/>
        </a:xfrm>
      </p:grpSpPr>
      <p:pic>
        <p:nvPicPr>
          <p:cNvPr id="2" name="studente-6.jpg">
            <a:extLst>
              <a:ext uri="{FF2B5EF4-FFF2-40B4-BE49-F238E27FC236}">
                <a16:creationId xmlns:a16="http://schemas.microsoft.com/office/drawing/2014/main" id="{9A8088A1-BE02-A45C-F2B7-D9182C7D258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0" t="901" r="14721" b="26146"/>
          <a:stretch/>
        </p:blipFill>
        <p:spPr>
          <a:xfrm>
            <a:off x="1" y="-15446"/>
            <a:ext cx="12202569" cy="6873447"/>
          </a:xfrm>
          <a:prstGeom prst="rect">
            <a:avLst/>
          </a:prstGeom>
        </p:spPr>
      </p:pic>
      <p:sp>
        <p:nvSpPr>
          <p:cNvPr id="13" name="Rettangolo">
            <a:extLst>
              <a:ext uri="{FF2B5EF4-FFF2-40B4-BE49-F238E27FC236}">
                <a16:creationId xmlns:a16="http://schemas.microsoft.com/office/drawing/2014/main" id="{C0958222-67A2-407E-B29D-7EAE366C03C4}"/>
              </a:ext>
            </a:extLst>
          </p:cNvPr>
          <p:cNvSpPr/>
          <p:nvPr userDrawn="1"/>
        </p:nvSpPr>
        <p:spPr>
          <a:xfrm>
            <a:off x="-9775" y="0"/>
            <a:ext cx="12212345" cy="6858000"/>
          </a:xfrm>
          <a:prstGeom prst="rect">
            <a:avLst/>
          </a:prstGeom>
          <a:gradFill flip="none" rotWithShape="1">
            <a:gsLst>
              <a:gs pos="0">
                <a:srgbClr val="FFFFFF">
                  <a:alpha val="0"/>
                </a:srgbClr>
              </a:gs>
              <a:gs pos="46000">
                <a:schemeClr val="accent1">
                  <a:alpha val="40000"/>
                </a:schemeClr>
              </a:gs>
              <a:gs pos="72000">
                <a:schemeClr val="accent1"/>
              </a:gs>
            </a:gsLst>
            <a:lin ang="5400000" scaled="0"/>
            <a:tileRect/>
          </a:gradFill>
          <a:ln w="12700">
            <a:miter lim="400000"/>
          </a:ln>
        </p:spPr>
        <p:txBody>
          <a:bodyPr lIns="25400" tIns="25400" rIns="25400" bIns="25400" anchor="ctr"/>
          <a:lstStyle/>
          <a:p>
            <a:pPr algn="ctr" defTabSz="412756">
              <a:defRPr sz="3200">
                <a:solidFill>
                  <a:srgbClr val="FFFFFF"/>
                </a:solidFill>
                <a:latin typeface="Helvetica Neue Medium"/>
                <a:ea typeface="Helvetica Neue Medium"/>
                <a:cs typeface="Helvetica Neue Medium"/>
                <a:sym typeface="Helvetica Neue Medium"/>
              </a:defRPr>
            </a:pPr>
            <a:endParaRPr sz="1600" dirty="0">
              <a:latin typeface="Arial" panose="020B0604020202020204" pitchFamily="34" charset="0"/>
              <a:cs typeface="Arial" panose="020B0604020202020204" pitchFamily="34" charset="0"/>
            </a:endParaRPr>
          </a:p>
        </p:txBody>
      </p:sp>
      <p:sp>
        <p:nvSpPr>
          <p:cNvPr id="14" name="Linea">
            <a:extLst>
              <a:ext uri="{FF2B5EF4-FFF2-40B4-BE49-F238E27FC236}">
                <a16:creationId xmlns:a16="http://schemas.microsoft.com/office/drawing/2014/main" id="{B39406AE-79B6-49A1-923B-123760D8505F}"/>
              </a:ext>
            </a:extLst>
          </p:cNvPr>
          <p:cNvSpPr/>
          <p:nvPr userDrawn="1"/>
        </p:nvSpPr>
        <p:spPr>
          <a:xfrm>
            <a:off x="0" y="1980994"/>
            <a:ext cx="12192795" cy="0"/>
          </a:xfrm>
          <a:prstGeom prst="line">
            <a:avLst/>
          </a:prstGeom>
          <a:ln w="6350">
            <a:solidFill>
              <a:schemeClr val="bg1">
                <a:alpha val="50000"/>
              </a:schemeClr>
            </a:solidFill>
            <a:miter lim="400000"/>
          </a:ln>
        </p:spPr>
        <p:txBody>
          <a:bodyPr lIns="25400" tIns="25400" rIns="25400" bIns="25400" anchor="ctr"/>
          <a:lstStyle/>
          <a:p>
            <a:endParaRPr sz="338" dirty="0">
              <a:latin typeface="Manrope" pitchFamily="2" charset="0"/>
            </a:endParaRPr>
          </a:p>
        </p:txBody>
      </p:sp>
      <p:sp>
        <p:nvSpPr>
          <p:cNvPr id="17" name="Linea">
            <a:extLst>
              <a:ext uri="{FF2B5EF4-FFF2-40B4-BE49-F238E27FC236}">
                <a16:creationId xmlns:a16="http://schemas.microsoft.com/office/drawing/2014/main" id="{DCC9F3C9-7921-43F1-BB63-5744C63E565E}"/>
              </a:ext>
            </a:extLst>
          </p:cNvPr>
          <p:cNvSpPr/>
          <p:nvPr userDrawn="1"/>
        </p:nvSpPr>
        <p:spPr>
          <a:xfrm flipV="1">
            <a:off x="10715224" y="15448"/>
            <a:ext cx="0" cy="6827108"/>
          </a:xfrm>
          <a:prstGeom prst="line">
            <a:avLst/>
          </a:prstGeom>
          <a:ln w="6350">
            <a:solidFill>
              <a:schemeClr val="bg1">
                <a:alpha val="50000"/>
              </a:schemeClr>
            </a:solidFill>
            <a:miter lim="400000"/>
          </a:ln>
        </p:spPr>
        <p:txBody>
          <a:bodyPr lIns="25400" tIns="25400" rIns="25400" bIns="25400" anchor="ctr"/>
          <a:lstStyle/>
          <a:p>
            <a:endParaRPr sz="338" dirty="0">
              <a:latin typeface="Manrope" pitchFamily="2" charset="0"/>
            </a:endParaRPr>
          </a:p>
        </p:txBody>
      </p:sp>
      <p:sp>
        <p:nvSpPr>
          <p:cNvPr id="10" name="Ovale 9">
            <a:extLst>
              <a:ext uri="{FF2B5EF4-FFF2-40B4-BE49-F238E27FC236}">
                <a16:creationId xmlns:a16="http://schemas.microsoft.com/office/drawing/2014/main" id="{1CCADD42-EE9E-4858-B6FB-01BA6E38FAD3}"/>
              </a:ext>
            </a:extLst>
          </p:cNvPr>
          <p:cNvSpPr/>
          <p:nvPr userDrawn="1"/>
        </p:nvSpPr>
        <p:spPr>
          <a:xfrm rot="20927104">
            <a:off x="-172754" y="1980994"/>
            <a:ext cx="10887979" cy="10887270"/>
          </a:xfrm>
          <a:prstGeom prst="ellipse">
            <a:avLst/>
          </a:prstGeom>
          <a:gradFill flip="none" rotWithShape="1">
            <a:gsLst>
              <a:gs pos="9000">
                <a:schemeClr val="bg1">
                  <a:alpha val="40000"/>
                </a:scheme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it-IT" sz="900" dirty="0">
              <a:latin typeface="Manrope" pitchFamily="2" charset="0"/>
            </a:endParaRPr>
          </a:p>
        </p:txBody>
      </p:sp>
      <p:sp>
        <p:nvSpPr>
          <p:cNvPr id="15" name="Tema / Titolo / Docente  |  00. 00. 0000">
            <a:extLst>
              <a:ext uri="{FF2B5EF4-FFF2-40B4-BE49-F238E27FC236}">
                <a16:creationId xmlns:a16="http://schemas.microsoft.com/office/drawing/2014/main" id="{43EB2AAE-2F64-43C5-B8E8-F199350D7390}"/>
              </a:ext>
            </a:extLst>
          </p:cNvPr>
          <p:cNvSpPr txBox="1">
            <a:spLocks noGrp="1"/>
          </p:cNvSpPr>
          <p:nvPr>
            <p:ph type="body" sz="quarter" idx="21" hasCustomPrompt="1"/>
          </p:nvPr>
        </p:nvSpPr>
        <p:spPr>
          <a:xfrm>
            <a:off x="600710" y="5929933"/>
            <a:ext cx="4078060" cy="318490"/>
          </a:xfrm>
          <a:prstGeom prst="rect">
            <a:avLst/>
          </a:prstGeom>
        </p:spPr>
        <p:txBody>
          <a:bodyPr lIns="45719" tIns="45719" rIns="45719" bIns="45719">
            <a:noAutofit/>
          </a:bodyPr>
          <a:lstStyle>
            <a:lvl1pPr>
              <a:lnSpc>
                <a:spcPct val="100000"/>
              </a:lnSpc>
              <a:defRPr sz="1200">
                <a:solidFill>
                  <a:schemeClr val="bg1"/>
                </a:solidFill>
                <a:latin typeface="Manrope" pitchFamily="2" charset="0"/>
              </a:defRPr>
            </a:lvl1pPr>
          </a:lstStyle>
          <a:p>
            <a:pPr marL="0" marR="0" lvl="0" indent="0" algn="l" defTabSz="412756" rtl="0" eaLnBrk="1" fontAlgn="auto" latinLnBrk="0" hangingPunct="1">
              <a:lnSpc>
                <a:spcPct val="100000"/>
              </a:lnSpc>
              <a:spcBef>
                <a:spcPts val="0"/>
              </a:spcBef>
              <a:spcAft>
                <a:spcPts val="0"/>
              </a:spcAft>
              <a:buClrTx/>
              <a:buSzTx/>
              <a:buFontTx/>
              <a:buNone/>
              <a:tabLst/>
              <a:defRPr/>
            </a:pPr>
            <a:r>
              <a:rPr lang="it-IT" dirty="0"/>
              <a:t>00. 00. 0000  |  Relatore</a:t>
            </a:r>
          </a:p>
        </p:txBody>
      </p:sp>
      <p:sp>
        <p:nvSpPr>
          <p:cNvPr id="16" name="Titolo 5">
            <a:extLst>
              <a:ext uri="{FF2B5EF4-FFF2-40B4-BE49-F238E27FC236}">
                <a16:creationId xmlns:a16="http://schemas.microsoft.com/office/drawing/2014/main" id="{E8F7923B-B8EC-4C6A-A6CA-70D16747DBD1}"/>
              </a:ext>
            </a:extLst>
          </p:cNvPr>
          <p:cNvSpPr>
            <a:spLocks noGrp="1"/>
          </p:cNvSpPr>
          <p:nvPr>
            <p:ph type="title" hasCustomPrompt="1"/>
          </p:nvPr>
        </p:nvSpPr>
        <p:spPr>
          <a:xfrm>
            <a:off x="593375" y="3448466"/>
            <a:ext cx="9719547" cy="2108271"/>
          </a:xfrm>
          <a:prstGeom prst="rect">
            <a:avLst/>
          </a:prstGeom>
        </p:spPr>
        <p:txBody>
          <a:bodyPr lIns="0" tIns="360000" rIns="0" bIns="0" anchor="t"/>
          <a:lstStyle>
            <a:lvl1pPr>
              <a:defRPr>
                <a:solidFill>
                  <a:schemeClr val="bg1"/>
                </a:solidFill>
              </a:defRPr>
            </a:lvl1pPr>
          </a:lstStyle>
          <a:p>
            <a:r>
              <a:rPr lang="it-IT" dirty="0"/>
              <a:t>Inserire titolo</a:t>
            </a:r>
            <a:br>
              <a:rPr lang="it-IT" dirty="0"/>
            </a:br>
            <a:r>
              <a:rPr lang="it-IT" dirty="0"/>
              <a:t>Presentazione</a:t>
            </a:r>
          </a:p>
        </p:txBody>
      </p:sp>
      <p:sp>
        <p:nvSpPr>
          <p:cNvPr id="18" name="Segnaposto testo 11">
            <a:extLst>
              <a:ext uri="{FF2B5EF4-FFF2-40B4-BE49-F238E27FC236}">
                <a16:creationId xmlns:a16="http://schemas.microsoft.com/office/drawing/2014/main" id="{7B2691BB-C18A-4BDF-B8C5-3FE96696466A}"/>
              </a:ext>
            </a:extLst>
          </p:cNvPr>
          <p:cNvSpPr>
            <a:spLocks noGrp="1"/>
          </p:cNvSpPr>
          <p:nvPr>
            <p:ph type="body" sz="quarter" idx="22" hasCustomPrompt="1"/>
          </p:nvPr>
        </p:nvSpPr>
        <p:spPr>
          <a:xfrm>
            <a:off x="600710" y="2898987"/>
            <a:ext cx="4833938" cy="392112"/>
          </a:xfrm>
        </p:spPr>
        <p:txBody>
          <a:bodyPr>
            <a:noAutofit/>
          </a:bodyPr>
          <a:lstStyle>
            <a:lvl1pPr>
              <a:defRPr sz="2400">
                <a:solidFill>
                  <a:schemeClr val="bg1"/>
                </a:solidFill>
              </a:defRPr>
            </a:lvl1pPr>
          </a:lstStyle>
          <a:p>
            <a:pPr lvl="0"/>
            <a:r>
              <a:rPr lang="it-IT" dirty="0"/>
              <a:t>Sottotitolo</a:t>
            </a:r>
          </a:p>
        </p:txBody>
      </p:sp>
      <p:pic>
        <p:nvPicPr>
          <p:cNvPr id="20" name="Elemento grafico 19">
            <a:extLst>
              <a:ext uri="{FF2B5EF4-FFF2-40B4-BE49-F238E27FC236}">
                <a16:creationId xmlns:a16="http://schemas.microsoft.com/office/drawing/2014/main" id="{C25B4BF5-56C8-4835-8120-0EDA4A4098C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45306" y="554831"/>
            <a:ext cx="2088000" cy="676394"/>
          </a:xfrm>
          <a:prstGeom prst="rect">
            <a:avLst/>
          </a:prstGeom>
        </p:spPr>
      </p:pic>
    </p:spTree>
    <p:extLst>
      <p:ext uri="{BB962C8B-B14F-4D97-AF65-F5344CB8AC3E}">
        <p14:creationId xmlns:p14="http://schemas.microsoft.com/office/powerpoint/2010/main" val="41968423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ver Finale">
    <p:bg>
      <p:bgPr>
        <a:gradFill>
          <a:gsLst>
            <a:gs pos="0">
              <a:schemeClr val="tx1"/>
            </a:gs>
            <a:gs pos="100000">
              <a:srgbClr val="102C53"/>
            </a:gs>
          </a:gsLst>
          <a:lin ang="5400000" scaled="0"/>
        </a:gradFill>
        <a:effectLst/>
      </p:bgPr>
    </p:bg>
    <p:spTree>
      <p:nvGrpSpPr>
        <p:cNvPr id="1" name=""/>
        <p:cNvGrpSpPr/>
        <p:nvPr/>
      </p:nvGrpSpPr>
      <p:grpSpPr>
        <a:xfrm>
          <a:off x="0" y="0"/>
          <a:ext cx="0" cy="0"/>
          <a:chOff x="0" y="0"/>
          <a:chExt cx="0" cy="0"/>
        </a:xfrm>
      </p:grpSpPr>
      <p:sp>
        <p:nvSpPr>
          <p:cNvPr id="5" name="Cerchio">
            <a:extLst>
              <a:ext uri="{FF2B5EF4-FFF2-40B4-BE49-F238E27FC236}">
                <a16:creationId xmlns:a16="http://schemas.microsoft.com/office/drawing/2014/main" id="{5F9D2376-F92C-70CC-7E4A-0F195E3EA543}"/>
              </a:ext>
            </a:extLst>
          </p:cNvPr>
          <p:cNvSpPr/>
          <p:nvPr userDrawn="1"/>
        </p:nvSpPr>
        <p:spPr>
          <a:xfrm rot="10800000">
            <a:off x="7559558" y="-1156784"/>
            <a:ext cx="4010434" cy="4010172"/>
          </a:xfrm>
          <a:prstGeom prst="ellipse">
            <a:avLst/>
          </a:prstGeom>
          <a:gradFill flip="none" rotWithShape="1">
            <a:gsLst>
              <a:gs pos="14000">
                <a:srgbClr val="FFFFFF">
                  <a:alpha val="30368"/>
                </a:srgbClr>
              </a:gs>
              <a:gs pos="13661">
                <a:srgbClr val="8896A9">
                  <a:alpha val="15184"/>
                </a:srgbClr>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algn="ctr" defTabSz="412756">
              <a:defRPr sz="3200">
                <a:solidFill>
                  <a:srgbClr val="FFFFFF"/>
                </a:solidFill>
                <a:latin typeface="Helvetica Neue Medium"/>
                <a:ea typeface="Helvetica Neue Medium"/>
                <a:cs typeface="Helvetica Neue Medium"/>
                <a:sym typeface="Helvetica Neue Medium"/>
              </a:defRPr>
            </a:pPr>
            <a:endParaRPr sz="1600" b="0" i="0" dirty="0">
              <a:latin typeface="Manrope" pitchFamily="2" charset="0"/>
              <a:cs typeface="Arial" panose="020B0604020202020204" pitchFamily="34" charset="0"/>
            </a:endParaRPr>
          </a:p>
        </p:txBody>
      </p:sp>
      <p:sp>
        <p:nvSpPr>
          <p:cNvPr id="6" name="Cerchio">
            <a:extLst>
              <a:ext uri="{FF2B5EF4-FFF2-40B4-BE49-F238E27FC236}">
                <a16:creationId xmlns:a16="http://schemas.microsoft.com/office/drawing/2014/main" id="{A0BCD1D3-187F-0F81-48F7-30E4CB14B416}"/>
              </a:ext>
            </a:extLst>
          </p:cNvPr>
          <p:cNvSpPr/>
          <p:nvPr userDrawn="1"/>
        </p:nvSpPr>
        <p:spPr>
          <a:xfrm>
            <a:off x="7559559" y="2853390"/>
            <a:ext cx="4010432" cy="4010171"/>
          </a:xfrm>
          <a:prstGeom prst="ellipse">
            <a:avLst/>
          </a:prstGeom>
          <a:gradFill flip="none" rotWithShape="1">
            <a:gsLst>
              <a:gs pos="14000">
                <a:srgbClr val="FFFFFF">
                  <a:alpha val="30000"/>
                </a:srgbClr>
              </a:gs>
              <a:gs pos="13661">
                <a:srgbClr val="8896A9">
                  <a:alpha val="14846"/>
                </a:srgbClr>
              </a:gs>
              <a:gs pos="100000">
                <a:schemeClr val="accent1">
                  <a:alpha val="0"/>
                </a:schemeClr>
              </a:gs>
            </a:gsLst>
            <a:path path="circle">
              <a:fillToRect l="100000" t="100000"/>
            </a:path>
            <a:tileRect r="-100000" b="-100000"/>
          </a:gradFill>
          <a:ln w="12700">
            <a:miter lim="400000"/>
          </a:ln>
        </p:spPr>
        <p:txBody>
          <a:bodyPr lIns="25400" tIns="25400" rIns="25400" bIns="25400" anchor="ctr"/>
          <a:lstStyle/>
          <a:p>
            <a:pPr algn="ctr" defTabSz="412756">
              <a:defRPr sz="3200">
                <a:solidFill>
                  <a:srgbClr val="FFFFFF">
                    <a:alpha val="20092"/>
                  </a:srgbClr>
                </a:solidFill>
                <a:latin typeface="Helvetica Neue Medium"/>
                <a:ea typeface="Helvetica Neue Medium"/>
                <a:cs typeface="Helvetica Neue Medium"/>
                <a:sym typeface="Helvetica Neue Medium"/>
              </a:defRPr>
            </a:pPr>
            <a:endParaRPr sz="1600" b="0" i="0" dirty="0">
              <a:latin typeface="Manrope" pitchFamily="2" charset="0"/>
              <a:cs typeface="Arial" panose="020B0604020202020204" pitchFamily="34" charset="0"/>
            </a:endParaRPr>
          </a:p>
        </p:txBody>
      </p:sp>
      <p:cxnSp>
        <p:nvCxnSpPr>
          <p:cNvPr id="9" name="Connettore diritto 8">
            <a:extLst>
              <a:ext uri="{FF2B5EF4-FFF2-40B4-BE49-F238E27FC236}">
                <a16:creationId xmlns:a16="http://schemas.microsoft.com/office/drawing/2014/main" id="{2B7B3A0A-3A1B-42DE-B9AE-23655BAD3745}"/>
              </a:ext>
            </a:extLst>
          </p:cNvPr>
          <p:cNvCxnSpPr>
            <a:cxnSpLocks/>
          </p:cNvCxnSpPr>
          <p:nvPr userDrawn="1"/>
        </p:nvCxnSpPr>
        <p:spPr>
          <a:xfrm>
            <a:off x="11569992" y="0"/>
            <a:ext cx="0" cy="6858000"/>
          </a:xfrm>
          <a:prstGeom prst="line">
            <a:avLst/>
          </a:prstGeom>
          <a:ln w="6350">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Connettore diritto 9">
            <a:extLst>
              <a:ext uri="{FF2B5EF4-FFF2-40B4-BE49-F238E27FC236}">
                <a16:creationId xmlns:a16="http://schemas.microsoft.com/office/drawing/2014/main" id="{FD11F552-5459-4905-94FE-760C82166453}"/>
              </a:ext>
            </a:extLst>
          </p:cNvPr>
          <p:cNvCxnSpPr>
            <a:cxnSpLocks/>
          </p:cNvCxnSpPr>
          <p:nvPr userDrawn="1"/>
        </p:nvCxnSpPr>
        <p:spPr>
          <a:xfrm>
            <a:off x="7534019" y="0"/>
            <a:ext cx="0" cy="6858000"/>
          </a:xfrm>
          <a:prstGeom prst="line">
            <a:avLst/>
          </a:prstGeom>
          <a:ln w="6350">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Connettore diritto 10">
            <a:extLst>
              <a:ext uri="{FF2B5EF4-FFF2-40B4-BE49-F238E27FC236}">
                <a16:creationId xmlns:a16="http://schemas.microsoft.com/office/drawing/2014/main" id="{FFD66269-DBF7-485E-8F18-092A9E8BABC4}"/>
              </a:ext>
            </a:extLst>
          </p:cNvPr>
          <p:cNvCxnSpPr>
            <a:cxnSpLocks/>
          </p:cNvCxnSpPr>
          <p:nvPr userDrawn="1"/>
        </p:nvCxnSpPr>
        <p:spPr>
          <a:xfrm>
            <a:off x="0" y="2853390"/>
            <a:ext cx="12192000" cy="0"/>
          </a:xfrm>
          <a:prstGeom prst="line">
            <a:avLst/>
          </a:prstGeom>
          <a:ln w="6350">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7" name="Segnaposto testo 6">
            <a:extLst>
              <a:ext uri="{FF2B5EF4-FFF2-40B4-BE49-F238E27FC236}">
                <a16:creationId xmlns:a16="http://schemas.microsoft.com/office/drawing/2014/main" id="{1109DBD9-E7E8-4D94-8FA4-DE3F5B0CDE0B}"/>
              </a:ext>
            </a:extLst>
          </p:cNvPr>
          <p:cNvSpPr>
            <a:spLocks noGrp="1"/>
          </p:cNvSpPr>
          <p:nvPr>
            <p:ph type="body" sz="quarter" idx="23" hasCustomPrompt="1"/>
          </p:nvPr>
        </p:nvSpPr>
        <p:spPr>
          <a:xfrm>
            <a:off x="600075" y="5231876"/>
            <a:ext cx="3866418" cy="1016547"/>
          </a:xfrm>
        </p:spPr>
        <p:txBody>
          <a:bodyPr anchor="b">
            <a:normAutofit/>
          </a:bodyPr>
          <a:lstStyle>
            <a:lvl1pPr>
              <a:lnSpc>
                <a:spcPct val="120000"/>
              </a:lnSpc>
              <a:spcBef>
                <a:spcPts val="0"/>
              </a:spcBef>
              <a:defRPr sz="12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it-IT" dirty="0"/>
              <a:t>Via</a:t>
            </a:r>
          </a:p>
          <a:p>
            <a:pPr lvl="0"/>
            <a:r>
              <a:rPr lang="it-IT" dirty="0"/>
              <a:t>T</a:t>
            </a:r>
          </a:p>
          <a:p>
            <a:pPr lvl="0"/>
            <a:r>
              <a:rPr lang="it-IT" dirty="0"/>
              <a:t>@ </a:t>
            </a:r>
          </a:p>
          <a:p>
            <a:pPr lvl="0"/>
            <a:r>
              <a:rPr lang="it-IT" dirty="0" err="1"/>
              <a:t>wwww</a:t>
            </a:r>
            <a:r>
              <a:rPr lang="it-IT" dirty="0"/>
              <a:t>.</a:t>
            </a:r>
          </a:p>
        </p:txBody>
      </p:sp>
      <p:sp>
        <p:nvSpPr>
          <p:cNvPr id="12" name="CasellaDiTesto 11">
            <a:extLst>
              <a:ext uri="{FF2B5EF4-FFF2-40B4-BE49-F238E27FC236}">
                <a16:creationId xmlns:a16="http://schemas.microsoft.com/office/drawing/2014/main" id="{4F23B4B4-BBE2-4A30-A8C2-C0000C21DCBE}"/>
              </a:ext>
            </a:extLst>
          </p:cNvPr>
          <p:cNvSpPr txBox="1"/>
          <p:nvPr userDrawn="1"/>
        </p:nvSpPr>
        <p:spPr>
          <a:xfrm>
            <a:off x="516329" y="4858475"/>
            <a:ext cx="3932408" cy="276999"/>
          </a:xfrm>
          <a:prstGeom prst="rect">
            <a:avLst/>
          </a:prstGeom>
          <a:noFill/>
        </p:spPr>
        <p:txBody>
          <a:bodyPr wrap="square" rtlCol="0">
            <a:spAutoFit/>
          </a:bodyPr>
          <a:lstStyle/>
          <a:p>
            <a:r>
              <a:rPr lang="it-IT" sz="1200" b="1" dirty="0">
                <a:solidFill>
                  <a:schemeClr val="bg1"/>
                </a:solidFill>
              </a:rPr>
              <a:t>Contatti</a:t>
            </a:r>
          </a:p>
        </p:txBody>
      </p:sp>
      <p:pic>
        <p:nvPicPr>
          <p:cNvPr id="13" name="Elemento grafico 12">
            <a:extLst>
              <a:ext uri="{FF2B5EF4-FFF2-40B4-BE49-F238E27FC236}">
                <a16:creationId xmlns:a16="http://schemas.microsoft.com/office/drawing/2014/main" id="{617515AB-8CBA-4526-8637-4BA0E0664EE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5306" y="554831"/>
            <a:ext cx="2088000" cy="676394"/>
          </a:xfrm>
          <a:prstGeom prst="rect">
            <a:avLst/>
          </a:prstGeom>
        </p:spPr>
      </p:pic>
    </p:spTree>
    <p:extLst>
      <p:ext uri="{BB962C8B-B14F-4D97-AF65-F5344CB8AC3E}">
        <p14:creationId xmlns:p14="http://schemas.microsoft.com/office/powerpoint/2010/main" val="4114000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D93F0EDA-05BE-4DD7-962F-394BE0791CF8}"/>
              </a:ext>
            </a:extLst>
          </p:cNvPr>
          <p:cNvSpPr>
            <a:spLocks noGrp="1"/>
          </p:cNvSpPr>
          <p:nvPr>
            <p:ph type="title"/>
          </p:nvPr>
        </p:nvSpPr>
        <p:spPr>
          <a:xfrm>
            <a:off x="334963" y="808073"/>
            <a:ext cx="11522075" cy="840083"/>
          </a:xfrm>
          <a:prstGeom prst="rect">
            <a:avLst/>
          </a:prstGeom>
        </p:spPr>
        <p:txBody>
          <a:bodyPr vert="horz" lIns="0" tIns="0" rIns="0" bIns="0" rtlCol="0" anchor="t">
            <a:noAutofit/>
          </a:bodyPr>
          <a:lstStyle/>
          <a:p>
            <a:endParaRPr lang="it-IT" dirty="0"/>
          </a:p>
        </p:txBody>
      </p:sp>
      <p:sp>
        <p:nvSpPr>
          <p:cNvPr id="3" name="Segnaposto testo 2">
            <a:extLst>
              <a:ext uri="{FF2B5EF4-FFF2-40B4-BE49-F238E27FC236}">
                <a16:creationId xmlns:a16="http://schemas.microsoft.com/office/drawing/2014/main" id="{8F0C82C2-529C-45CC-B0FD-8E1A68BA426E}"/>
              </a:ext>
            </a:extLst>
          </p:cNvPr>
          <p:cNvSpPr>
            <a:spLocks noGrp="1"/>
          </p:cNvSpPr>
          <p:nvPr>
            <p:ph type="body" idx="1"/>
          </p:nvPr>
        </p:nvSpPr>
        <p:spPr>
          <a:xfrm>
            <a:off x="334963" y="2060575"/>
            <a:ext cx="11522075" cy="4429125"/>
          </a:xfrm>
          <a:prstGeom prst="rect">
            <a:avLst/>
          </a:prstGeom>
        </p:spPr>
        <p:txBody>
          <a:bodyPr vert="horz" lIns="0" tIns="0" rIns="0" bIns="0" rtlCol="0">
            <a:noAutofit/>
          </a:bodyPr>
          <a:lstStyle/>
          <a:p>
            <a:pPr lvl="0"/>
            <a:r>
              <a:rPr lang="it-IT" dirty="0"/>
              <a:t>Fare clic per modificare gli stili del testo dello schema</a:t>
            </a:r>
          </a:p>
          <a:p>
            <a:pPr lvl="0"/>
            <a:r>
              <a:rPr lang="it-IT" dirty="0"/>
              <a:t>Secondo livello</a:t>
            </a:r>
          </a:p>
          <a:p>
            <a:pPr lvl="0"/>
            <a:r>
              <a:rPr lang="it-IT" dirty="0"/>
              <a:t>Terzo livello</a:t>
            </a:r>
          </a:p>
          <a:p>
            <a:pPr lvl="0"/>
            <a:r>
              <a:rPr lang="it-IT" dirty="0"/>
              <a:t>Quarto livello</a:t>
            </a:r>
          </a:p>
          <a:p>
            <a:pPr lvl="0"/>
            <a:r>
              <a:rPr lang="it-IT" dirty="0"/>
              <a:t>Quinto livello</a:t>
            </a:r>
          </a:p>
        </p:txBody>
      </p:sp>
      <p:sp>
        <p:nvSpPr>
          <p:cNvPr id="4" name="Segnaposto data 3">
            <a:extLst>
              <a:ext uri="{FF2B5EF4-FFF2-40B4-BE49-F238E27FC236}">
                <a16:creationId xmlns:a16="http://schemas.microsoft.com/office/drawing/2014/main" id="{3C0DE2DC-DBA6-437E-BB4E-13D6007AE7EE}"/>
              </a:ext>
            </a:extLst>
          </p:cNvPr>
          <p:cNvSpPr>
            <a:spLocks noGrp="1"/>
          </p:cNvSpPr>
          <p:nvPr>
            <p:ph type="dt" sz="half" idx="2"/>
          </p:nvPr>
        </p:nvSpPr>
        <p:spPr>
          <a:xfrm>
            <a:off x="334964" y="39688"/>
            <a:ext cx="2383298" cy="365125"/>
          </a:xfrm>
          <a:prstGeom prst="rect">
            <a:avLst/>
          </a:prstGeom>
        </p:spPr>
        <p:txBody>
          <a:bodyPr vert="horz" lIns="0" tIns="0" rIns="0" bIns="0" rtlCol="0" anchor="b"/>
          <a:lstStyle>
            <a:lvl1pPr algn="l">
              <a:defRPr sz="700" b="1" spc="50" baseline="0">
                <a:solidFill>
                  <a:schemeClr val="tx1">
                    <a:lumMod val="65000"/>
                    <a:lumOff val="35000"/>
                  </a:schemeClr>
                </a:solidFill>
              </a:defRPr>
            </a:lvl1pPr>
          </a:lstStyle>
          <a:p>
            <a:r>
              <a:rPr lang="it-IT"/>
              <a:t>POLITECNICO DI MILANO</a:t>
            </a:r>
            <a:endParaRPr lang="it-IT" dirty="0"/>
          </a:p>
        </p:txBody>
      </p:sp>
      <p:sp>
        <p:nvSpPr>
          <p:cNvPr id="5" name="Segnaposto piè di pagina 4">
            <a:extLst>
              <a:ext uri="{FF2B5EF4-FFF2-40B4-BE49-F238E27FC236}">
                <a16:creationId xmlns:a16="http://schemas.microsoft.com/office/drawing/2014/main" id="{32393C94-ABEE-455B-B13B-0EB6402D37E5}"/>
              </a:ext>
            </a:extLst>
          </p:cNvPr>
          <p:cNvSpPr>
            <a:spLocks noGrp="1"/>
          </p:cNvSpPr>
          <p:nvPr>
            <p:ph type="ftr" sz="quarter" idx="3"/>
          </p:nvPr>
        </p:nvSpPr>
        <p:spPr>
          <a:xfrm>
            <a:off x="3216274" y="39688"/>
            <a:ext cx="7598263" cy="365125"/>
          </a:xfrm>
          <a:prstGeom prst="rect">
            <a:avLst/>
          </a:prstGeom>
        </p:spPr>
        <p:txBody>
          <a:bodyPr vert="horz" lIns="0" tIns="0" rIns="0" bIns="0" rtlCol="0" anchor="b"/>
          <a:lstStyle>
            <a:lvl1pPr algn="l">
              <a:defRPr sz="700" spc="50" baseline="0">
                <a:solidFill>
                  <a:schemeClr val="tx1">
                    <a:lumMod val="65000"/>
                    <a:lumOff val="35000"/>
                  </a:schemeClr>
                </a:solidFill>
              </a:defRPr>
            </a:lvl1pPr>
          </a:lstStyle>
          <a:p>
            <a:r>
              <a:rPr lang="it-IT"/>
              <a:t>Campo facoltativo e personalizzabile (inserire dal Tab INSERISCI &gt; intestazione e piè di pagina&gt; piè di pagina &gt;applica a tutte)</a:t>
            </a:r>
            <a:endParaRPr lang="it-IT" dirty="0"/>
          </a:p>
        </p:txBody>
      </p:sp>
      <p:sp>
        <p:nvSpPr>
          <p:cNvPr id="6" name="Segnaposto numero diapositiva 5">
            <a:extLst>
              <a:ext uri="{FF2B5EF4-FFF2-40B4-BE49-F238E27FC236}">
                <a16:creationId xmlns:a16="http://schemas.microsoft.com/office/drawing/2014/main" id="{9A960919-4893-43E8-BAF3-C8C59F419B7B}"/>
              </a:ext>
            </a:extLst>
          </p:cNvPr>
          <p:cNvSpPr>
            <a:spLocks noGrp="1"/>
          </p:cNvSpPr>
          <p:nvPr>
            <p:ph type="sldNum" sz="quarter" idx="4"/>
          </p:nvPr>
        </p:nvSpPr>
        <p:spPr>
          <a:xfrm>
            <a:off x="10814538" y="39688"/>
            <a:ext cx="1042500" cy="365125"/>
          </a:xfrm>
          <a:prstGeom prst="rect">
            <a:avLst/>
          </a:prstGeom>
        </p:spPr>
        <p:txBody>
          <a:bodyPr vert="horz" lIns="0" tIns="0" rIns="0" bIns="0" rtlCol="0" anchor="b"/>
          <a:lstStyle>
            <a:lvl1pPr algn="r">
              <a:defRPr sz="700" spc="50" baseline="0">
                <a:solidFill>
                  <a:schemeClr val="tx1">
                    <a:lumMod val="65000"/>
                    <a:lumOff val="35000"/>
                  </a:schemeClr>
                </a:solidFill>
              </a:defRPr>
            </a:lvl1pPr>
          </a:lstStyle>
          <a:p>
            <a:fld id="{3135EEA2-8D42-4D46-95A6-66E65FDC5EB1}" type="slidenum">
              <a:rPr lang="it-IT" smtClean="0"/>
              <a:pPr/>
              <a:t>‹N›</a:t>
            </a:fld>
            <a:endParaRPr lang="it-IT"/>
          </a:p>
        </p:txBody>
      </p:sp>
    </p:spTree>
    <p:extLst>
      <p:ext uri="{BB962C8B-B14F-4D97-AF65-F5344CB8AC3E}">
        <p14:creationId xmlns:p14="http://schemas.microsoft.com/office/powerpoint/2010/main" val="4032105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680" r:id="rId3"/>
    <p:sldLayoutId id="2147483717" r:id="rId4"/>
    <p:sldLayoutId id="2147483681" r:id="rId5"/>
    <p:sldLayoutId id="2147483682" r:id="rId6"/>
    <p:sldLayoutId id="2147483719" r:id="rId7"/>
    <p:sldLayoutId id="2147483671" r:id="rId8"/>
    <p:sldLayoutId id="2147483726" r:id="rId9"/>
    <p:sldLayoutId id="2147483727" r:id="rId10"/>
    <p:sldLayoutId id="2147483662" r:id="rId11"/>
    <p:sldLayoutId id="2147483670" r:id="rId12"/>
    <p:sldLayoutId id="2147483720" r:id="rId13"/>
    <p:sldLayoutId id="2147483672" r:id="rId14"/>
    <p:sldLayoutId id="2147483677" r:id="rId15"/>
    <p:sldLayoutId id="2147483732" r:id="rId16"/>
    <p:sldLayoutId id="2147483721" r:id="rId17"/>
    <p:sldLayoutId id="2147483723" r:id="rId18"/>
    <p:sldLayoutId id="2147483724" r:id="rId19"/>
    <p:sldLayoutId id="2147483734" r:id="rId20"/>
    <p:sldLayoutId id="2147483735" r:id="rId21"/>
    <p:sldLayoutId id="2147483736" r:id="rId22"/>
    <p:sldLayoutId id="2147483675" r:id="rId23"/>
    <p:sldLayoutId id="2147483676" r:id="rId24"/>
  </p:sldLayoutIdLst>
  <p:hf hdr="0"/>
  <p:txStyles>
    <p:titleStyle>
      <a:lvl1pPr algn="l" defTabSz="914400" rtl="0" eaLnBrk="1" latinLnBrk="0" hangingPunct="1">
        <a:lnSpc>
          <a:spcPct val="100000"/>
        </a:lnSpc>
        <a:spcBef>
          <a:spcPct val="0"/>
        </a:spcBef>
        <a:buNone/>
        <a:defRPr sz="2400" b="1" kern="1200">
          <a:solidFill>
            <a:schemeClr val="tx2"/>
          </a:solidFill>
          <a:latin typeface="+mj-lt"/>
          <a:ea typeface="+mj-ea"/>
          <a:cs typeface="+mj-cs"/>
        </a:defRPr>
      </a:lvl1pPr>
    </p:titleStyle>
    <p:bodyStyle>
      <a:lvl1pPr marL="0" indent="0" algn="l" defTabSz="914400" rtl="0" eaLnBrk="1" latinLnBrk="0" hangingPunct="1">
        <a:lnSpc>
          <a:spcPct val="120000"/>
        </a:lnSpc>
        <a:spcBef>
          <a:spcPts val="0"/>
        </a:spcBef>
        <a:buFont typeface="Arial" panose="020B0604020202020204" pitchFamily="34" charset="0"/>
        <a:buNone/>
        <a:defRPr lang="it-IT" sz="1600" kern="1200" dirty="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6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469" userDrawn="1">
          <p15:clr>
            <a:srgbClr val="F26B43"/>
          </p15:clr>
        </p15:guide>
        <p15:guide id="2" pos="211" userDrawn="1">
          <p15:clr>
            <a:srgbClr val="F26B43"/>
          </p15:clr>
        </p15:guide>
        <p15:guide id="3" pos="2026" userDrawn="1">
          <p15:clr>
            <a:srgbClr val="F26B43"/>
          </p15:clr>
        </p15:guide>
        <p15:guide id="4" pos="1799" userDrawn="1">
          <p15:clr>
            <a:srgbClr val="F26B43"/>
          </p15:clr>
        </p15:guide>
        <p15:guide id="5" orient="horz" pos="1298" userDrawn="1">
          <p15:clr>
            <a:srgbClr val="F26B43"/>
          </p15:clr>
        </p15:guide>
        <p15:guide id="6" orient="horz" pos="4088" userDrawn="1">
          <p15:clr>
            <a:srgbClr val="F26B43"/>
          </p15:clr>
        </p15:guide>
        <p15:guide id="7" orient="horz" pos="255" userDrawn="1">
          <p15:clr>
            <a:srgbClr val="F26B43"/>
          </p15:clr>
        </p15:guide>
        <p15:guide id="8" orient="horz" pos="981" userDrawn="1">
          <p15:clr>
            <a:srgbClr val="F26B43"/>
          </p15:clr>
        </p15:guide>
        <p15:guide id="9" orient="horz" pos="504" userDrawn="1">
          <p15:clr>
            <a:srgbClr val="F26B43"/>
          </p15:clr>
        </p15:guide>
        <p15:guide id="10"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D93F0EDA-05BE-4DD7-962F-394BE0791CF8}"/>
              </a:ext>
            </a:extLst>
          </p:cNvPr>
          <p:cNvSpPr>
            <a:spLocks noGrp="1"/>
          </p:cNvSpPr>
          <p:nvPr>
            <p:ph type="title"/>
          </p:nvPr>
        </p:nvSpPr>
        <p:spPr>
          <a:xfrm>
            <a:off x="334963" y="808073"/>
            <a:ext cx="11522075" cy="840083"/>
          </a:xfrm>
          <a:prstGeom prst="rect">
            <a:avLst/>
          </a:prstGeom>
        </p:spPr>
        <p:txBody>
          <a:bodyPr vert="horz" lIns="0" tIns="0" rIns="0" bIns="0" rtlCol="0" anchor="b">
            <a:noAutofit/>
          </a:bodyPr>
          <a:lstStyle/>
          <a:p>
            <a:endParaRPr lang="it-IT" dirty="0"/>
          </a:p>
        </p:txBody>
      </p:sp>
      <p:sp>
        <p:nvSpPr>
          <p:cNvPr id="3" name="Segnaposto testo 2">
            <a:extLst>
              <a:ext uri="{FF2B5EF4-FFF2-40B4-BE49-F238E27FC236}">
                <a16:creationId xmlns:a16="http://schemas.microsoft.com/office/drawing/2014/main" id="{8F0C82C2-529C-45CC-B0FD-8E1A68BA426E}"/>
              </a:ext>
            </a:extLst>
          </p:cNvPr>
          <p:cNvSpPr>
            <a:spLocks noGrp="1"/>
          </p:cNvSpPr>
          <p:nvPr>
            <p:ph type="body" idx="1"/>
          </p:nvPr>
        </p:nvSpPr>
        <p:spPr>
          <a:xfrm>
            <a:off x="334963" y="2060575"/>
            <a:ext cx="11522075" cy="4429125"/>
          </a:xfrm>
          <a:prstGeom prst="rect">
            <a:avLst/>
          </a:prstGeom>
        </p:spPr>
        <p:txBody>
          <a:bodyPr vert="horz" lIns="0" tIns="0" rIns="0" bIns="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4066552547"/>
      </p:ext>
    </p:extLst>
  </p:cSld>
  <p:clrMap bg1="lt1" tx1="dk1" bg2="lt2" tx2="dk2" accent1="accent1" accent2="accent2" accent3="accent3" accent4="accent4" accent5="accent5" accent6="accent6" hlink="hlink" folHlink="folHlink"/>
  <p:sldLayoutIdLst>
    <p:sldLayoutId id="2147483704" r:id="rId1"/>
    <p:sldLayoutId id="2147483712" r:id="rId2"/>
    <p:sldLayoutId id="2147483705" r:id="rId3"/>
    <p:sldLayoutId id="2147483706" r:id="rId4"/>
    <p:sldLayoutId id="2147483709" r:id="rId5"/>
    <p:sldLayoutId id="2147483714" r:id="rId6"/>
    <p:sldLayoutId id="2147483729" r:id="rId7"/>
    <p:sldLayoutId id="2147483715" r:id="rId8"/>
  </p:sldLayoutIdLst>
  <p:hf hdr="0"/>
  <p:txStyles>
    <p:titleStyle>
      <a:lvl1pPr algn="l" defTabSz="914400" rtl="0" eaLnBrk="1" latinLnBrk="0" hangingPunct="1">
        <a:lnSpc>
          <a:spcPct val="100000"/>
        </a:lnSpc>
        <a:spcBef>
          <a:spcPct val="0"/>
        </a:spcBef>
        <a:buNone/>
        <a:defRPr sz="6000" b="1" kern="1200">
          <a:solidFill>
            <a:schemeClr val="tx2"/>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lang="it-IT" sz="1400" kern="1200" dirty="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400" kern="1200" dirty="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400" kern="1200" dirty="0">
          <a:solidFill>
            <a:schemeClr val="tx1"/>
          </a:solidFill>
          <a:latin typeface="+mn-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400" kern="1200" dirty="0">
          <a:solidFill>
            <a:schemeClr val="tx1"/>
          </a:solidFill>
          <a:latin typeface="+mn-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4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469" userDrawn="1">
          <p15:clr>
            <a:srgbClr val="F26B43"/>
          </p15:clr>
        </p15:guide>
        <p15:guide id="2" pos="211" userDrawn="1">
          <p15:clr>
            <a:srgbClr val="F26B43"/>
          </p15:clr>
        </p15:guide>
        <p15:guide id="3" pos="2026" userDrawn="1">
          <p15:clr>
            <a:srgbClr val="F26B43"/>
          </p15:clr>
        </p15:guide>
        <p15:guide id="4" pos="1799" userDrawn="1">
          <p15:clr>
            <a:srgbClr val="F26B43"/>
          </p15:clr>
        </p15:guide>
        <p15:guide id="5" orient="horz" pos="1298" userDrawn="1">
          <p15:clr>
            <a:srgbClr val="F26B43"/>
          </p15:clr>
        </p15:guide>
        <p15:guide id="6" orient="horz" pos="4088" userDrawn="1">
          <p15:clr>
            <a:srgbClr val="F26B43"/>
          </p15:clr>
        </p15:guide>
        <p15:guide id="7" orient="horz" pos="255" userDrawn="1">
          <p15:clr>
            <a:srgbClr val="F26B43"/>
          </p15:clr>
        </p15:guide>
        <p15:guide id="8" orient="horz" pos="981" userDrawn="1">
          <p15:clr>
            <a:srgbClr val="F26B43"/>
          </p15:clr>
        </p15:guide>
        <p15:guide id="9" orient="horz" pos="504" userDrawn="1">
          <p15:clr>
            <a:srgbClr val="F26B43"/>
          </p15:clr>
        </p15:guide>
        <p15:guide id="10"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hyperlink" Target="http://www.polimi.it/" TargetMode="External"/><Relationship Id="rId1" Type="http://schemas.openxmlformats.org/officeDocument/2006/relationships/slideLayout" Target="../slideLayouts/slideLayout32.xml"/></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ns2:creationId id="{026BBB7E-2B72-48A5-B8AC-092CE1F3CB5C}"/>
              </a:ext>
            </a:extLst>
          </p:cNvPr>
          <p:cNvSpPr>
            <a:spLocks noGrp="1"/>
          </p:cNvSpPr>
          <p:nvPr>
            <p:ph type="body" sz="quarter" idx="21"/>
          </p:nvPr>
        </p:nvSpPr>
        <p:spPr>
          <a:xfrm>
            <a:off x="600710" y="5929933"/>
            <a:ext cx="4078060" cy="318490"/>
          </a:xfrm>
        </p:spPr>
        <p:txBody>
          <a:bodyPr/>
          <a:lstStyle/>
          <a:p>
            <a:r>
              <a:rPr lang="it-IT" dirty="0"/>
              <a:t>30.06.2026 | Andrea Zhang</a:t>
            </a:r>
          </a:p>
        </p:txBody>
      </p:sp>
      <p:sp>
        <p:nvSpPr>
          <p:cNvPr id="3" name="Titolo 2">
            <a:extLst>
              <a:ext uri="{FF2B5EF4-FFF2-40B4-BE49-F238E27FC236}">
                <ns2:creationId id="{139C8332-124C-4AAA-8F96-961CED6E62F0}"/>
              </a:ext>
            </a:extLst>
          </p:cNvPr>
          <p:cNvSpPr>
            <a:spLocks noGrp="1"/>
          </p:cNvSpPr>
          <p:nvPr>
            <p:ph type="title"/>
          </p:nvPr>
        </p:nvSpPr>
        <p:spPr>
          <a:xfrm>
            <a:off x="603287" y="2853390"/>
            <a:ext cx="10986218" cy="2324100"/>
          </a:xfrm>
        </p:spPr>
        <p:txBody>
          <a:bodyPr/>
          <a:lstStyle/>
          <a:p>
            <a:r>
              <a:rPr lang="it-IT" dirty="0"/>
              <a:t>DemoAlgorithm</a:t>
            </a:r>
          </a:p>
          <a:p>
            <a:r>
              <a:rPr lang="it-IT" dirty="0"/>
              <a:t>Demonstration-based reward learning for SUMO</a:t>
            </a:r>
          </a:p>
        </p:txBody>
      </p:sp>
    </p:spTree>
    <p:extLst>
      <p:ext uri="{BB962C8B-B14F-4D97-AF65-F5344CB8AC3E}">
        <ns3:creationId val="3921913644"/>
      </p:ext>
    </p:extLst>
  </p:cSld>
  <p:clrMapOvr>
    <a:masterClrMapping/>
  </p:clrMapOvr>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ns2:creationId id="{026BBB7E-2B72-48A5-B8AC-092CE1F3CB5C}"/>
              </a:ext>
            </a:extLst>
          </p:cNvPr>
          <p:cNvSpPr>
            <a:spLocks noGrp="1"/>
          </p:cNvSpPr>
          <p:nvPr>
            <p:ph type="body" sz="quarter" idx="21"/>
          </p:nvPr>
        </p:nvSpPr>
        <p:spPr/>
        <p:txBody>
          <a:bodyPr/>
          <a:lstStyle/>
          <a:p>
            <a:r>
              <a:rPr lang="it-IT" dirty="0"/>
              <a:t>30.06.2026 | Andrea Zhang</a:t>
            </a:r>
          </a:p>
        </p:txBody>
      </p:sp>
      <p:sp>
        <p:nvSpPr>
          <p:cNvPr id="3" name="Titolo 2">
            <a:extLst>
              <a:ext uri="{FF2B5EF4-FFF2-40B4-BE49-F238E27FC236}">
                <ns2:creationId id="{139C8332-124C-4AAA-8F96-961CED6E62F0}"/>
              </a:ext>
            </a:extLst>
          </p:cNvPr>
          <p:cNvSpPr>
            <a:spLocks noGrp="1"/>
          </p:cNvSpPr>
          <p:nvPr>
            <p:ph type="title"/>
          </p:nvPr>
        </p:nvSpPr>
        <p:spPr/>
        <p:txBody>
          <a:bodyPr/>
          <a:lstStyle/>
          <a:p>
            <a:r>
              <a:rPr lang="it-IT" dirty="0"/>
              <a:t>DemoAlgorithm</a:t>
            </a:r>
          </a:p>
        </p:txBody>
      </p:sp>
      <p:sp>
        <p:nvSpPr>
          <p:cNvPr id="4" name="Segnaposto testo 3">
            <a:extLst>
              <a:ext uri="{FF2B5EF4-FFF2-40B4-BE49-F238E27FC236}">
                <ns2:creationId id="{7E8F3106-4004-41D3-BA3F-38D2275DDBCF}"/>
              </a:ext>
            </a:extLst>
          </p:cNvPr>
          <p:cNvSpPr>
            <a:spLocks noGrp="1"/>
          </p:cNvSpPr>
          <p:nvPr>
            <p:ph type="body" sz="quarter" idx="22"/>
          </p:nvPr>
        </p:nvSpPr>
        <p:spPr/>
        <p:txBody>
          <a:bodyPr/>
          <a:lstStyle/>
          <a:p>
            <a:r>
              <a:rPr lang="it-IT" dirty="0" err="1"/>
              <a:t>How the MaxEnt IRL training loop works in this codebase</a:t>
            </a:r>
            <a:endParaRPr lang="it-IT" dirty="0"/>
          </a:p>
        </p:txBody>
      </p:sp>
    </p:spTree>
    <p:extLst>
      <p:ext uri="{BB962C8B-B14F-4D97-AF65-F5344CB8AC3E}">
        <ns3:creationId val="1830380470"/>
      </p:ext>
    </p:extLst>
  </p:cSld>
  <p:clrMapOvr>
    <a:masterClrMapping/>
  </p:clrMapOvr>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ns2:creationId id="{139C8332-124C-4AAA-8F96-961CED6E62F0}"/>
              </a:ext>
            </a:extLst>
          </p:cNvPr>
          <p:cNvSpPr>
            <a:spLocks noGrp="1"/>
          </p:cNvSpPr>
          <p:nvPr>
            <p:ph type="title"/>
          </p:nvPr>
        </p:nvSpPr>
        <p:spPr/>
        <p:txBody>
          <a:bodyPr/>
          <a:lstStyle/>
          <a:p>
            <a:r>
              <a:rPr lang="it-IT" dirty="0"/>
              <a:t>From expert trajectories to a trained SAC/PPO agent</a:t>
            </a:r>
          </a:p>
        </p:txBody>
      </p:sp>
      <p:sp>
        <p:nvSpPr>
          <p:cNvPr id="2" name="Segnaposto testo 1">
            <a:extLst>
              <a:ext uri="{FF2B5EF4-FFF2-40B4-BE49-F238E27FC236}">
                <ns2:creationId id="{026BBB7E-2B72-48A5-B8AC-092CE1F3CB5C}"/>
              </a:ext>
            </a:extLst>
          </p:cNvPr>
          <p:cNvSpPr>
            <a:spLocks noGrp="1"/>
          </p:cNvSpPr>
          <p:nvPr>
            <p:ph type="body" sz="quarter" idx="21"/>
          </p:nvPr>
        </p:nvSpPr>
        <p:spPr/>
        <p:txBody>
          <a:bodyPr/>
          <a:lstStyle/>
          <a:p>
            <a:r>
              <a:rPr lang="it-IT" dirty="0"/>
              <a:t>30.06.2026 | Andrea Zhang</a:t>
            </a:r>
          </a:p>
        </p:txBody>
      </p:sp>
    </p:spTree>
    <p:extLst>
      <p:ext uri="{BB962C8B-B14F-4D97-AF65-F5344CB8AC3E}">
        <ns3:creationId val="1554532727"/>
      </p:ext>
    </p:extLst>
  </p:cSld>
  <p:clrMapOvr>
    <a:masterClrMapping/>
  </p:clrMapOvr>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00">
            <a:alpha val="27000"/>
          </a:srgbClr>
        </a:solidFill>
        <a:effectLst/>
      </p:bgPr>
    </p:bg>
    <p:spTree>
      <p:nvGrpSpPr>
        <p:cNvPr id="1" name=""/>
        <p:cNvGrpSpPr/>
        <p:nvPr/>
      </p:nvGrpSpPr>
      <p:grpSpPr>
        <a:xfrm>
          <a:off x="0" y="0"/>
          <a:ext cx="0" cy="0"/>
          <a:chOff x="0" y="0"/>
          <a:chExt cx="0" cy="0"/>
        </a:xfrm>
      </p:grpSpPr>
      <p:sp>
        <p:nvSpPr>
          <p:cNvPr id="2" name="Titolo 1">
            <a:extLst>
              <a:ext uri="{FF2B5EF4-FFF2-40B4-BE49-F238E27FC236}">
                <ns2:creationId id="{8C7D1BF5-87C2-48DD-AB8C-CA3CACCAD616}"/>
              </a:ext>
            </a:extLst>
          </p:cNvPr>
          <p:cNvSpPr>
            <a:spLocks noGrp="1"/>
          </p:cNvSpPr>
          <p:nvPr>
            <p:ph type="title"/>
          </p:nvPr>
        </p:nvSpPr>
        <p:spPr/>
        <p:txBody>
          <a:bodyPr/>
          <a:lstStyle/>
          <a:p>
            <a:r>
              <a:rPr lang="it-IT" b="0" dirty="0">
                <a:solidFill>
                  <a:srgbClr val="FF0000"/>
                </a:solidFill>
              </a:rPr>
              <a:t>Reading guide</a:t>
            </a:r>
          </a:p>
          <a:p>
            <a:r>
              <a:rPr lang="it-IT" b="0" dirty="0">
                <a:solidFill>
                  <a:srgbClr val="FF0000"/>
                </a:solidFill>
              </a:rPr>
              <a:t>for this deck</a:t>
            </a:r>
          </a:p>
        </p:txBody>
      </p:sp>
      <p:sp>
        <p:nvSpPr>
          <p:cNvPr id="3" name="Segnaposto data 2">
            <a:extLst>
              <a:ext uri="{FF2B5EF4-FFF2-40B4-BE49-F238E27FC236}">
                <ns2:creationId id="{81A345C3-1AA5-4207-ADA3-AF6AA6FE4242}"/>
              </a:ext>
            </a:extLst>
          </p:cNvPr>
          <p:cNvSpPr>
            <a:spLocks noGrp="1"/>
          </p:cNvSpPr>
          <p:nvPr>
            <p:ph type="dt" sz="half" idx="10"/>
          </p:nvPr>
        </p:nvSpPr>
        <p:spPr/>
        <p:txBody>
          <a:bodyPr/>
          <a:lstStyle/>
          <a:p>
            <a:r>
              <a:rPr lang="it-IT" sz="700"/>
              <a:t>POLITECNICO DI MILANO</a:t>
            </a:r>
            <a:endParaRPr lang="it-IT" sz="700" dirty="0"/>
          </a:p>
        </p:txBody>
      </p:sp>
      <p:sp>
        <p:nvSpPr>
          <p:cNvPr id="4" name="Segnaposto piè di pagina 3">
            <a:extLst>
              <a:ext uri="{FF2B5EF4-FFF2-40B4-BE49-F238E27FC236}">
                <ns2:creationId id="{4EF1C5EA-D8D5-4399-9733-C7AE03BB6786}"/>
              </a:ext>
            </a:extLst>
          </p:cNvPr>
          <p:cNvSpPr>
            <a:spLocks noGrp="1"/>
          </p:cNvSpPr>
          <p:nvPr>
            <p:ph type="ftr" sz="quarter" idx="11"/>
          </p:nvPr>
        </p:nvSpPr>
        <p:spPr/>
        <p:txBody>
          <a:bodyPr/>
          <a:lstStyle/>
          <a:p>
            <a:r>
              <a:rPr lang="it-IT" sz="700"/>
              <a:t>DemoAlgorithm | MaxEnt IRL from demonstrations</a:t>
            </a:r>
            <a:endParaRPr lang="it-IT" sz="700" dirty="0"/>
          </a:p>
        </p:txBody>
      </p:sp>
      <p:sp>
        <p:nvSpPr>
          <p:cNvPr id="5" name="Segnaposto numero diapositiva 4">
            <a:extLst>
              <a:ext uri="{FF2B5EF4-FFF2-40B4-BE49-F238E27FC236}">
                <ns2:creationId id="{89F921F1-17B0-49B1-BE1B-E6336170F2B3}"/>
              </a:ext>
            </a:extLst>
          </p:cNvPr>
          <p:cNvSpPr>
            <a:spLocks noGrp="1"/>
          </p:cNvSpPr>
          <p:nvPr>
            <p:ph type="sldNum" sz="quarter" idx="12"/>
          </p:nvPr>
        </p:nvSpPr>
        <p:spPr/>
        <p:txBody>
          <a:bodyPr/>
          <a:lstStyle/>
          <a:p>
            <a:r>
              <a:rPr/>
              <a:t>4</a:t>
            </a:r>
            <a:endParaRPr lang="it-IT" sz="700" dirty="0"/>
          </a:p>
        </p:txBody>
      </p:sp>
      <p:sp>
        <p:nvSpPr>
          <p:cNvPr id="6" name="Segnaposto testo 5">
            <a:extLst>
              <a:ext uri="{FF2B5EF4-FFF2-40B4-BE49-F238E27FC236}">
                <ns2:creationId id="{52822CAF-BA6F-4E9D-86A5-64822FC205E8}"/>
              </a:ext>
            </a:extLst>
          </p:cNvPr>
          <p:cNvSpPr>
            <a:spLocks noGrp="1"/>
          </p:cNvSpPr>
          <p:nvPr>
            <p:ph type="body" sz="quarter" idx="13"/>
          </p:nvPr>
        </p:nvSpPr>
        <p:spPr/>
        <p:txBody>
          <a:bodyPr/>
          <a:lstStyle/>
          <a:p>
            <a:r>
              <a:rPr lang="it-IT" dirty="0"/>
              <a:t>The deck follows the existing Polimi template and only rewrites text. It explains the demo algorithm implementation, the supporting modules, the available loss variants, diagnostics, checkpoints, and the reported experiment outcomes.</a:t>
            </a:r>
          </a:p>
        </p:txBody>
      </p:sp>
      <p:graphicFrame>
        <p:nvGraphicFramePr>
          <p:cNvPr id="13" name="Tabella 7">
            <a:extLst>
              <a:ext uri="{FF2B5EF4-FFF2-40B4-BE49-F238E27FC236}">
                <ns2:creationId id="{6EC693A6-66E6-4B19-8DCA-999F82FCCF9A}"/>
              </a:ext>
            </a:extLst>
          </p:cNvPr>
          <p:cNvGraphicFramePr>
            <a:graphicFrameLocks/>
          </p:cNvGraphicFramePr>
          <p:nvPr>
            <p:extLst>
              <p:ext uri="{D42A27DB-BD31-4B8C-83A1-F6EECF244321}">
                <ns3:modId val="42140726"/>
              </p:ext>
            </p:extLst>
          </p:nvPr>
        </p:nvGraphicFramePr>
        <p:xfrm>
          <a:off x="334203" y="3778250"/>
          <a:ext cx="8640001" cy="1854200"/>
        </p:xfrm>
        <a:graphic>
          <a:graphicData uri="http://schemas.openxmlformats.org/drawingml/2006/table">
            <a:tbl>
              <a:tblPr firstRow="1" firstCol="1">
                <a:tableStyleId>{FABFCF23-3B69-468F-B69F-88F6DE6A72F2}</a:tableStyleId>
              </a:tblPr>
              <a:tblGrid>
                <a:gridCol w="4153907">
                  <a:extLst>
                    <a:ext uri="{9D8B030D-6E8A-4147-A177-3AD203B41FA5}">
                      <ns2:colId val="2566041459"/>
                    </a:ext>
                  </a:extLst>
                </a:gridCol>
                <a:gridCol w="4486094">
                  <a:extLst>
                    <a:ext uri="{9D8B030D-6E8A-4147-A177-3AD203B41FA5}">
                      <ns2:colId val="2230048493"/>
                    </a:ext>
                  </a:extLst>
                </a:gridCol>
              </a:tblGrid>
              <a:tr h="370840">
                <a:tc>
                  <a:txBody>
                    <a:bodyPr/>
                    <a:lstStyle/>
                    <a:p>
                      <a:pPr algn="l"/>
                      <a:r>
                        <a:rPr lang="it-IT" sz="1200" dirty="0"/>
                        <a:t>Area</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tx2"/>
                    </a:solidFill>
                  </a:tcPr>
                </a:tc>
                <a:tc>
                  <a:txBody>
                    <a:bodyPr/>
                    <a:lstStyle/>
                    <a:p>
                      <a:pPr algn="l"/>
                      <a:r>
                        <a:rPr lang="it-IT" sz="1200" dirty="0"/>
                        <a:t>What to look at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tx2"/>
                    </a:solidFill>
                  </a:tcPr>
                </a:tc>
                <a:extLst>
                  <a:ext uri="{0D108BD9-81ED-4DB2-BD59-A6C34878D82A}">
                    <ns2:rowId val="2454095736"/>
                  </a:ext>
                </a:extLst>
              </a:tr>
              <a:tr h="370840">
                <a:tc>
                  <a:txBody>
                    <a:bodyPr/>
                    <a:lstStyle/>
                    <a:p>
                      <a:pPr marL="0" indent="0">
                        <a:buFont typeface="Arial" panose="020B0604020202020204" pitchFamily="34" charset="0"/>
                        <a:buNone/>
                      </a:pPr>
                      <a:r>
                        <a:rPr lang="it-IT" sz="1200" b="0" dirty="0"/>
                        <a:t>Public facade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800" kern="1200" dirty="0">
                          <a:solidFill>
                            <a:schemeClr val="dk1"/>
                          </a:solidFill>
                          <a:latin typeface="+mn-lt"/>
                          <a:ea typeface="+mn-ea"/>
                          <a:cs typeface="+mn-cs"/>
                        </a:rPr>
                        <a:t>algorithms/demo_algorithm.py</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3832812665"/>
                  </a:ext>
                </a:extLst>
              </a:tr>
              <a:tr h="370840">
                <a:tc>
                  <a:txBody>
                    <a:bodyPr/>
                    <a:lstStyle/>
                    <a:p>
                      <a:pPr marL="0" indent="0">
                        <a:buFont typeface="Arial" panose="020B0604020202020204" pitchFamily="34" charset="0"/>
                        <a:buNone/>
                      </a:pPr>
                      <a:r>
                        <a:rPr lang="it-IT" sz="1200" b="0" dirty="0"/>
                        <a:t>Losses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800" kern="1200" dirty="0">
                          <a:solidFill>
                            <a:schemeClr val="dk1"/>
                          </a:solidFill>
                          <a:latin typeface="+mn-lt"/>
                          <a:ea typeface="+mn-ea"/>
                          <a:cs typeface="+mn-cs"/>
                        </a:rPr>
                        <a:t>algorithms/demo/losses.py</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943621629"/>
                  </a:ext>
                </a:extLst>
              </a:tr>
              <a:tr h="370840">
                <a:tc>
                  <a:txBody>
                    <a:bodyPr/>
                    <a:lstStyle/>
                    <a:p>
                      <a:pPr marL="0" indent="0">
                        <a:buFont typeface="Arial" panose="020B0604020202020204" pitchFamily="34" charset="0"/>
                        <a:buNone/>
                      </a:pPr>
                      <a:r>
                        <a:rPr lang="it-IT" sz="1200" b="0" dirty="0"/>
                        <a:t>Training loop</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800" dirty="0"/>
                        <a:t>reward_training.py + rollout.py</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3704082299"/>
                  </a:ext>
                </a:extLst>
              </a:tr>
              <a:tr h="370840">
                <a:tc>
                  <a:txBody>
                    <a:bodyPr/>
                    <a:lstStyle/>
                    <a:p>
                      <a:pPr marL="0" indent="0">
                        <a:buFont typeface="Arial" panose="020B0604020202020204" pitchFamily="34" charset="0"/>
                        <a:buNone/>
                      </a:pPr>
                      <a:r>
                        <a:rPr lang="it-IT" sz="1200" b="0" dirty="0"/>
                        <a:t>Diagnostics and results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800" dirty="0"/>
                        <a:t>reward_diagnostics.py, imitation_metrics.py, reports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2922420942"/>
                  </a:ext>
                </a:extLst>
              </a:tr>
            </a:tbl>
          </a:graphicData>
        </a:graphic>
      </p:graphicFrame>
    </p:spTree>
    <p:extLst>
      <p:ext uri="{BB962C8B-B14F-4D97-AF65-F5344CB8AC3E}">
        <ns3:creationId val="3910278104"/>
      </p:ext>
    </p:extLst>
  </p:cSld>
  <p:clrMapOvr>
    <a:masterClrMapping/>
  </p:clrMapOvr>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ED9299BF-195D-4EAC-850B-E43918619D79}"/>
              </a:ext>
            </a:extLst>
          </p:cNvPr>
          <p:cNvSpPr>
            <a:spLocks noGrp="1"/>
          </p:cNvSpPr>
          <p:nvPr>
            <p:ph type="title"/>
          </p:nvPr>
        </p:nvSpPr>
        <p:spPr/>
        <p:txBody>
          <a:bodyPr/>
          <a:lstStyle/>
          <a:p>
            <a:r>
              <a:rPr lang="it-IT" dirty="0" err="1"/>
              <a:t>Contents / v1</a:t>
            </a:r>
          </a:p>
        </p:txBody>
      </p:sp>
      <p:sp>
        <p:nvSpPr>
          <p:cNvPr id="3" name="Segnaposto data 2">
            <a:extLst>
              <a:ext uri="{FF2B5EF4-FFF2-40B4-BE49-F238E27FC236}">
                <ns2:creationId id="{21B07CC0-C8E8-44DA-BA1E-32C9CACFC208}"/>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ns2:creationId id="{F8DC9F33-03DC-4D30-A406-50658BE1EB10}"/>
              </a:ext>
            </a:extLst>
          </p:cNvPr>
          <p:cNvSpPr>
            <a:spLocks noGrp="1"/>
          </p:cNvSpPr>
          <p:nvPr>
            <p:ph type="ftr" sz="quarter" idx="11"/>
          </p:nvPr>
        </p:nvSpPr>
        <p:spPr/>
        <p:txBody>
          <a:bodyPr/>
          <a:lstStyle/>
          <a:p>
            <a:r>
              <a:rPr lang="it-IT"/>
              <a:t>DemoAlgorithm | MaxEnt IRL from demonstrations</a:t>
            </a:r>
            <a:endParaRPr lang="it-IT" dirty="0"/>
          </a:p>
        </p:txBody>
      </p:sp>
      <p:sp>
        <p:nvSpPr>
          <p:cNvPr id="5" name="Segnaposto numero diapositiva 4">
            <a:extLst>
              <a:ext uri="{FF2B5EF4-FFF2-40B4-BE49-F238E27FC236}">
                <ns2:creationId id="{A9899E04-892C-4A3C-B5BA-2EB385A2550D}"/>
              </a:ext>
            </a:extLst>
          </p:cNvPr>
          <p:cNvSpPr>
            <a:spLocks noGrp="1"/>
          </p:cNvSpPr>
          <p:nvPr>
            <p:ph type="sldNum" sz="quarter" idx="12"/>
          </p:nvPr>
        </p:nvSpPr>
        <p:spPr/>
        <p:txBody>
          <a:bodyPr/>
          <a:lstStyle/>
          <a:p>
            <a:r>
              <a:rPr/>
              <a:t>5</a:t>
            </a:r>
            <a:endParaRPr lang="it-IT"/>
          </a:p>
        </p:txBody>
      </p:sp>
      <p:sp>
        <p:nvSpPr>
          <p:cNvPr id="6" name="Segnaposto testo 5">
            <a:extLst>
              <a:ext uri="{FF2B5EF4-FFF2-40B4-BE49-F238E27FC236}">
                <ns2:creationId id="{9D2A64E8-7F36-446D-8927-CF259AA10F5A}"/>
              </a:ext>
            </a:extLst>
          </p:cNvPr>
          <p:cNvSpPr>
            <a:spLocks noGrp="1"/>
          </p:cNvSpPr>
          <p:nvPr>
            <p:ph type="body" sz="quarter" idx="13"/>
          </p:nvPr>
        </p:nvSpPr>
        <p:spPr/>
        <p:txBody>
          <a:bodyPr/>
          <a:lstStyle/>
          <a:p>
            <a:r>
              <a:rPr lang="it-IT" dirty="0" err="1"/>
              <a:t>Demo algorithm walkthrough</a:t>
            </a:r>
            <a:endParaRPr lang="it-IT" dirty="0"/>
          </a:p>
        </p:txBody>
      </p:sp>
      <p:sp>
        <p:nvSpPr>
          <p:cNvPr id="7" name="Segnaposto testo 6">
            <a:extLst>
              <a:ext uri="{FF2B5EF4-FFF2-40B4-BE49-F238E27FC236}">
                <ns2:creationId id="{F488055C-646A-47A6-A79D-3A116886ECBB}"/>
              </a:ext>
            </a:extLst>
          </p:cNvPr>
          <p:cNvSpPr>
            <a:spLocks noGrp="1"/>
          </p:cNvSpPr>
          <p:nvPr>
            <p:ph type="body" sz="quarter" idx="15"/>
          </p:nvPr>
        </p:nvSpPr>
        <p:spPr/>
        <p:txBody>
          <a:bodyPr/>
          <a:lstStyle/>
          <a:p>
            <a:r>
              <a:rPr lang="it-IT" dirty="0" err="1"/>
              <a:t>01 Overview and data flow</a:t>
            </a:r>
          </a:p>
          <a:p>
            <a:r>
              <a:rPr lang="it-IT" dirty="0" err="1"/>
              <a:t>02 Reward objective and losses</a:t>
            </a:r>
          </a:p>
          <a:p>
            <a:r>
              <a:rPr lang="it-IT" dirty="0" err="1"/>
              <a:t>03 Training loop and implementation</a:t>
            </a:r>
          </a:p>
          <a:p>
            <a:r>
              <a:rPr lang="it-IT" dirty="0" err="1"/>
              <a:t>04 Diagnostics and results</a:t>
            </a:r>
          </a:p>
          <a:p>
            <a:r>
              <a:rPr lang="it-IT" dirty="0" err="1"/>
              <a:t>05 Practical takeaways</a:t>
            </a:r>
          </a:p>
        </p:txBody>
      </p:sp>
    </p:spTree>
    <p:extLst>
      <p:ext uri="{BB962C8B-B14F-4D97-AF65-F5344CB8AC3E}">
        <ns3:creationId val="3094115102"/>
      </p:ext>
    </p:extLst>
  </p:cSld>
  <p:clrMapOvr>
    <a:masterClrMapping/>
  </p:clrMapOvr>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9A5188E2-6BAE-4664-BB29-8EF9380EB876}"/>
              </a:ext>
            </a:extLst>
          </p:cNvPr>
          <p:cNvSpPr>
            <a:spLocks noGrp="1"/>
          </p:cNvSpPr>
          <p:nvPr>
            <p:ph type="title"/>
          </p:nvPr>
        </p:nvSpPr>
        <p:spPr>
          <a:xfrm>
            <a:off x="334963" y="812652"/>
            <a:ext cx="11522075" cy="840083"/>
          </a:xfrm>
        </p:spPr>
        <p:txBody>
          <a:bodyPr/>
          <a:lstStyle/>
          <a:p>
            <a:r>
              <a:rPr lang="it-IT" dirty="0" err="1"/>
              <a:t>Contents / v2</a:t>
            </a:r>
          </a:p>
        </p:txBody>
      </p:sp>
      <p:sp>
        <p:nvSpPr>
          <p:cNvPr id="3" name="Segnaposto data 2">
            <a:extLst>
              <a:ext uri="{FF2B5EF4-FFF2-40B4-BE49-F238E27FC236}">
                <ns2:creationId id="{F42E64AC-F0C6-46B1-B9DC-54CB090569E5}"/>
              </a:ext>
            </a:extLst>
          </p:cNvPr>
          <p:cNvSpPr>
            <a:spLocks noGrp="1"/>
          </p:cNvSpPr>
          <p:nvPr>
            <p:ph type="dt" sz="half" idx="10"/>
          </p:nvPr>
        </p:nvSpPr>
        <p:spPr>
          <a:xfrm>
            <a:off x="334964" y="39688"/>
            <a:ext cx="2383298" cy="365125"/>
          </a:xfrm>
        </p:spPr>
        <p:txBody>
          <a:bodyPr/>
          <a:lstStyle/>
          <a:p>
            <a:r>
              <a:rPr lang="it-IT"/>
              <a:t>POLITECNICO DI MILANO</a:t>
            </a:r>
          </a:p>
        </p:txBody>
      </p:sp>
      <p:sp>
        <p:nvSpPr>
          <p:cNvPr id="4" name="Segnaposto piè di pagina 3">
            <a:extLst>
              <a:ext uri="{FF2B5EF4-FFF2-40B4-BE49-F238E27FC236}">
                <ns2:creationId id="{9C7DCA3C-1619-4B86-9806-D597393EBA89}"/>
              </a:ext>
            </a:extLst>
          </p:cNvPr>
          <p:cNvSpPr>
            <a:spLocks noGrp="1"/>
          </p:cNvSpPr>
          <p:nvPr>
            <p:ph type="ftr" sz="quarter" idx="11"/>
          </p:nvPr>
        </p:nvSpPr>
        <p:spPr>
          <a:xfrm>
            <a:off x="3216274" y="39688"/>
            <a:ext cx="8146943" cy="365125"/>
          </a:xfrm>
        </p:spPr>
        <p:txBody>
          <a:bodyPr/>
          <a:lstStyle/>
          <a:p>
            <a:r>
              <a:rPr lang="it-IT"/>
              <a:t>DemoAlgorithm | MaxEnt IRL from demonstrations</a:t>
            </a:r>
            <a:endParaRPr lang="it-IT" dirty="0"/>
          </a:p>
        </p:txBody>
      </p:sp>
      <p:sp>
        <p:nvSpPr>
          <p:cNvPr id="5" name="Segnaposto numero diapositiva 4">
            <a:extLst>
              <a:ext uri="{FF2B5EF4-FFF2-40B4-BE49-F238E27FC236}">
                <ns2:creationId id="{D2A2D0FD-B051-48A0-93B5-6A57326A2B17}"/>
              </a:ext>
            </a:extLst>
          </p:cNvPr>
          <p:cNvSpPr>
            <a:spLocks noGrp="1"/>
          </p:cNvSpPr>
          <p:nvPr>
            <p:ph type="sldNum" sz="quarter" idx="12"/>
          </p:nvPr>
        </p:nvSpPr>
        <p:spPr>
          <a:xfrm>
            <a:off x="10814538" y="39688"/>
            <a:ext cx="1042500" cy="365125"/>
          </a:xfrm>
        </p:spPr>
        <p:txBody>
          <a:bodyPr/>
          <a:lstStyle/>
          <a:p>
            <a:r>
              <a:rPr/>
              <a:t>6</a:t>
            </a:r>
            <a:endParaRPr lang="it-IT"/>
          </a:p>
        </p:txBody>
      </p:sp>
      <p:sp>
        <p:nvSpPr>
          <p:cNvPr id="6" name="Segnaposto testo 5">
            <a:extLst>
              <a:ext uri="{FF2B5EF4-FFF2-40B4-BE49-F238E27FC236}">
                <ns2:creationId id="{C329410B-3C90-4D6B-86BA-F8ACF74951D6}"/>
              </a:ext>
            </a:extLst>
          </p:cNvPr>
          <p:cNvSpPr>
            <a:spLocks noGrp="1"/>
          </p:cNvSpPr>
          <p:nvPr>
            <p:ph type="body" sz="quarter" idx="13"/>
          </p:nvPr>
        </p:nvSpPr>
        <p:spPr>
          <a:xfrm>
            <a:off x="334963" y="3054988"/>
            <a:ext cx="1890652" cy="332803"/>
          </a:xfrm>
        </p:spPr>
        <p:txBody>
          <a:bodyPr/>
          <a:lstStyle/>
          <a:p>
            <a:r>
              <a:rPr lang="it-IT" dirty="0" err="1"/>
              <a:t>Overview</a:t>
            </a:r>
            <a:endParaRPr lang="it-IT" dirty="0"/>
          </a:p>
        </p:txBody>
      </p:sp>
      <p:sp>
        <p:nvSpPr>
          <p:cNvPr id="7" name="Segnaposto testo 6">
            <a:extLst>
              <a:ext uri="{FF2B5EF4-FFF2-40B4-BE49-F238E27FC236}">
                <ns2:creationId id="{6D9870DE-C812-4555-80E4-7AE44C70A664}"/>
              </a:ext>
            </a:extLst>
          </p:cNvPr>
          <p:cNvSpPr>
            <a:spLocks noGrp="1"/>
          </p:cNvSpPr>
          <p:nvPr>
            <p:ph type="body" sz="quarter" idx="14"/>
          </p:nvPr>
        </p:nvSpPr>
        <p:spPr>
          <a:xfrm>
            <a:off x="2498652" y="3054988"/>
            <a:ext cx="1890653" cy="332803"/>
          </a:xfrm>
        </p:spPr>
        <p:txBody>
          <a:bodyPr/>
          <a:lstStyle/>
          <a:p>
            <a:r>
              <a:rPr lang="it-IT" dirty="0" err="1"/>
              <a:t>Reward learning</a:t>
            </a:r>
            <a:endParaRPr lang="it-IT" dirty="0"/>
          </a:p>
        </p:txBody>
      </p:sp>
      <p:sp>
        <p:nvSpPr>
          <p:cNvPr id="8" name="Segnaposto testo 7">
            <a:extLst>
              <a:ext uri="{FF2B5EF4-FFF2-40B4-BE49-F238E27FC236}">
                <ns2:creationId id="{14567687-E1FB-461E-AA74-E2EDE8678E79}"/>
              </a:ext>
            </a:extLst>
          </p:cNvPr>
          <p:cNvSpPr>
            <a:spLocks noGrp="1"/>
          </p:cNvSpPr>
          <p:nvPr>
            <p:ph type="body" sz="quarter" idx="15"/>
          </p:nvPr>
        </p:nvSpPr>
        <p:spPr>
          <a:xfrm>
            <a:off x="4662342" y="3054988"/>
            <a:ext cx="1890653" cy="332803"/>
          </a:xfrm>
        </p:spPr>
        <p:txBody>
          <a:bodyPr/>
          <a:lstStyle/>
          <a:p>
            <a:r>
              <a:rPr lang="it-IT" dirty="0" err="1"/>
              <a:t>Agent training</a:t>
            </a:r>
            <a:endParaRPr lang="it-IT" dirty="0"/>
          </a:p>
        </p:txBody>
      </p:sp>
      <p:sp>
        <p:nvSpPr>
          <p:cNvPr id="9" name="Segnaposto testo 8">
            <a:extLst>
              <a:ext uri="{FF2B5EF4-FFF2-40B4-BE49-F238E27FC236}">
                <ns2:creationId id="{938DC52F-5FFA-4D41-8364-A0D739E59202}"/>
              </a:ext>
            </a:extLst>
          </p:cNvPr>
          <p:cNvSpPr>
            <a:spLocks noGrp="1"/>
          </p:cNvSpPr>
          <p:nvPr>
            <p:ph type="body" sz="quarter" idx="16"/>
          </p:nvPr>
        </p:nvSpPr>
        <p:spPr>
          <a:xfrm>
            <a:off x="6826032" y="3054988"/>
            <a:ext cx="1890653" cy="332803"/>
          </a:xfrm>
        </p:spPr>
        <p:txBody>
          <a:bodyPr/>
          <a:lstStyle/>
          <a:p>
            <a:r>
              <a:rPr lang="it-IT" dirty="0" err="1"/>
              <a:t>Diagnostics</a:t>
            </a:r>
            <a:endParaRPr lang="it-IT" dirty="0"/>
          </a:p>
        </p:txBody>
      </p:sp>
      <p:sp>
        <p:nvSpPr>
          <p:cNvPr id="10" name="Segnaposto testo 9">
            <a:extLst>
              <a:ext uri="{FF2B5EF4-FFF2-40B4-BE49-F238E27FC236}">
                <ns2:creationId id="{0619642C-EF86-45F0-A9B9-F7BEEEC2D2A8}"/>
              </a:ext>
            </a:extLst>
          </p:cNvPr>
          <p:cNvSpPr>
            <a:spLocks noGrp="1"/>
          </p:cNvSpPr>
          <p:nvPr>
            <p:ph type="body" sz="quarter" idx="17"/>
          </p:nvPr>
        </p:nvSpPr>
        <p:spPr>
          <a:xfrm>
            <a:off x="8989722" y="3054988"/>
            <a:ext cx="1890653" cy="332803"/>
          </a:xfrm>
        </p:spPr>
        <p:txBody>
          <a:bodyPr/>
          <a:lstStyle/>
          <a:p>
            <a:r>
              <a:rPr lang="it-IT" dirty="0" err="1"/>
              <a:t>Results</a:t>
            </a:r>
            <a:endParaRPr lang="it-IT" dirty="0"/>
          </a:p>
        </p:txBody>
      </p:sp>
      <p:sp>
        <p:nvSpPr>
          <p:cNvPr id="11" name="Segnaposto testo 10">
            <a:extLst>
              <a:ext uri="{FF2B5EF4-FFF2-40B4-BE49-F238E27FC236}">
                <ns2:creationId id="{26B13018-96DA-49B6-82A3-51D4F73673EE}"/>
              </a:ext>
            </a:extLst>
          </p:cNvPr>
          <p:cNvSpPr>
            <a:spLocks noGrp="1"/>
          </p:cNvSpPr>
          <p:nvPr>
            <p:ph type="body" sz="quarter" idx="18"/>
          </p:nvPr>
        </p:nvSpPr>
        <p:spPr>
          <a:xfrm>
            <a:off x="334963" y="3736780"/>
            <a:ext cx="1890652" cy="1876932"/>
          </a:xfrm>
        </p:spPr>
        <p:txBody>
          <a:bodyPr/>
          <a:lstStyle/>
          <a:p>
            <a:r>
              <a:rPr lang="en-US" dirty="0"/>
              <a:t>Inputs</a:t>
            </a:r>
          </a:p>
          <a:p>
            <a:r>
              <a:rPr lang="en-US" dirty="0"/>
              <a:t>Reward model</a:t>
            </a:r>
          </a:p>
          <a:p>
            <a:r>
              <a:rPr lang="en-US" dirty="0"/>
              <a:t>Alternating loop</a:t>
            </a:r>
          </a:p>
        </p:txBody>
      </p:sp>
      <p:sp>
        <p:nvSpPr>
          <p:cNvPr id="12" name="Segnaposto testo 11">
            <a:extLst>
              <a:ext uri="{FF2B5EF4-FFF2-40B4-BE49-F238E27FC236}">
                <ns2:creationId id="{24B6477F-52E4-4CB6-9615-6B6C2313DF5B}"/>
              </a:ext>
            </a:extLst>
          </p:cNvPr>
          <p:cNvSpPr>
            <a:spLocks noGrp="1"/>
          </p:cNvSpPr>
          <p:nvPr>
            <p:ph type="body" sz="quarter" idx="23"/>
          </p:nvPr>
        </p:nvSpPr>
        <p:spPr>
          <a:xfrm rot="16200000">
            <a:off x="191706" y="2115912"/>
            <a:ext cx="776376" cy="665702"/>
          </a:xfrm>
        </p:spPr>
        <p:txBody>
          <a:bodyPr/>
          <a:lstStyle/>
          <a:p>
            <a:r>
              <a:rPr lang="it-IT" dirty="0"/>
              <a:t>01</a:t>
            </a:r>
          </a:p>
        </p:txBody>
      </p:sp>
      <p:sp>
        <p:nvSpPr>
          <p:cNvPr id="13" name="Segnaposto testo 12">
            <a:extLst>
              <a:ext uri="{FF2B5EF4-FFF2-40B4-BE49-F238E27FC236}">
                <ns2:creationId id="{F1C60E62-88AE-4D98-BC7C-06BA71DE3857}"/>
              </a:ext>
            </a:extLst>
          </p:cNvPr>
          <p:cNvSpPr>
            <a:spLocks noGrp="1"/>
          </p:cNvSpPr>
          <p:nvPr>
            <p:ph type="body" sz="quarter" idx="24"/>
          </p:nvPr>
        </p:nvSpPr>
        <p:spPr>
          <a:xfrm rot="16200000">
            <a:off x="2324033" y="2115912"/>
            <a:ext cx="776376" cy="665702"/>
          </a:xfrm>
        </p:spPr>
        <p:txBody>
          <a:bodyPr/>
          <a:lstStyle/>
          <a:p>
            <a:r>
              <a:rPr lang="it-IT" dirty="0"/>
              <a:t>02</a:t>
            </a:r>
          </a:p>
        </p:txBody>
      </p:sp>
      <p:sp>
        <p:nvSpPr>
          <p:cNvPr id="14" name="Segnaposto testo 13">
            <a:extLst>
              <a:ext uri="{FF2B5EF4-FFF2-40B4-BE49-F238E27FC236}">
                <ns2:creationId id="{C50E0F8E-19D4-4157-9C83-43DEC2DCDF13}"/>
              </a:ext>
            </a:extLst>
          </p:cNvPr>
          <p:cNvSpPr>
            <a:spLocks noGrp="1"/>
          </p:cNvSpPr>
          <p:nvPr>
            <p:ph type="body" sz="quarter" idx="25"/>
          </p:nvPr>
        </p:nvSpPr>
        <p:spPr>
          <a:xfrm rot="16200000">
            <a:off x="4515027" y="2115912"/>
            <a:ext cx="776376" cy="665702"/>
          </a:xfrm>
        </p:spPr>
        <p:txBody>
          <a:bodyPr/>
          <a:lstStyle/>
          <a:p>
            <a:r>
              <a:rPr lang="it-IT" dirty="0"/>
              <a:t>03</a:t>
            </a:r>
          </a:p>
        </p:txBody>
      </p:sp>
      <p:sp>
        <p:nvSpPr>
          <p:cNvPr id="15" name="Segnaposto testo 14">
            <a:extLst>
              <a:ext uri="{FF2B5EF4-FFF2-40B4-BE49-F238E27FC236}">
                <ns2:creationId id="{0BE94C23-53CD-48BB-A7F3-9B6572AC8F73}"/>
              </a:ext>
            </a:extLst>
          </p:cNvPr>
          <p:cNvSpPr>
            <a:spLocks noGrp="1"/>
          </p:cNvSpPr>
          <p:nvPr>
            <p:ph type="body" sz="quarter" idx="26"/>
          </p:nvPr>
        </p:nvSpPr>
        <p:spPr>
          <a:xfrm rot="16200000">
            <a:off x="6674762" y="2115912"/>
            <a:ext cx="776376" cy="665702"/>
          </a:xfrm>
        </p:spPr>
        <p:txBody>
          <a:bodyPr/>
          <a:lstStyle/>
          <a:p>
            <a:r>
              <a:rPr lang="it-IT" dirty="0"/>
              <a:t>04</a:t>
            </a:r>
          </a:p>
        </p:txBody>
      </p:sp>
      <p:sp>
        <p:nvSpPr>
          <p:cNvPr id="16" name="Segnaposto testo 15">
            <a:extLst>
              <a:ext uri="{FF2B5EF4-FFF2-40B4-BE49-F238E27FC236}">
                <ns2:creationId id="{761787CE-0ABF-4B77-8550-D70F298A705A}"/>
              </a:ext>
            </a:extLst>
          </p:cNvPr>
          <p:cNvSpPr>
            <a:spLocks noGrp="1"/>
          </p:cNvSpPr>
          <p:nvPr>
            <p:ph type="body" sz="quarter" idx="27"/>
          </p:nvPr>
        </p:nvSpPr>
        <p:spPr>
          <a:xfrm rot="16200000">
            <a:off x="8846462" y="2115912"/>
            <a:ext cx="776376" cy="665702"/>
          </a:xfrm>
        </p:spPr>
        <p:txBody>
          <a:bodyPr/>
          <a:lstStyle/>
          <a:p>
            <a:r>
              <a:rPr lang="it-IT" dirty="0"/>
              <a:t>05</a:t>
            </a:r>
          </a:p>
        </p:txBody>
      </p:sp>
      <p:sp>
        <p:nvSpPr>
          <p:cNvPr id="17" name="Segnaposto testo 16">
            <a:extLst>
              <a:ext uri="{FF2B5EF4-FFF2-40B4-BE49-F238E27FC236}">
                <ns2:creationId id="{FED534C6-CBE1-423A-B921-31834D4393B9}"/>
              </a:ext>
            </a:extLst>
          </p:cNvPr>
          <p:cNvSpPr>
            <a:spLocks noGrp="1"/>
          </p:cNvSpPr>
          <p:nvPr>
            <p:ph type="body" sz="quarter" idx="28"/>
          </p:nvPr>
        </p:nvSpPr>
        <p:spPr>
          <a:xfrm>
            <a:off x="2498652" y="3736780"/>
            <a:ext cx="1890652" cy="1876932"/>
          </a:xfrm>
        </p:spPr>
        <p:txBody>
          <a:bodyPr/>
          <a:lstStyle/>
          <a:p>
            <a:r>
              <a:rPr lang="en-US" dirty="0"/>
              <a:t>Loss variants</a:t>
            </a:r>
          </a:p>
          <a:p>
            <a:r>
              <a:rPr lang="en-US" dirty="0"/>
              <a:t>MaxEnt corrected</a:t>
            </a:r>
          </a:p>
          <a:p>
            <a:r>
              <a:rPr lang="en-US" dirty="0"/>
              <a:t>DAC terminal tail</a:t>
            </a:r>
          </a:p>
        </p:txBody>
      </p:sp>
      <p:sp>
        <p:nvSpPr>
          <p:cNvPr id="18" name="Segnaposto testo 17">
            <a:extLst>
              <a:ext uri="{FF2B5EF4-FFF2-40B4-BE49-F238E27FC236}">
                <ns2:creationId id="{19F4B322-B8F5-465E-B0CE-CD1D7F4B56EC}"/>
              </a:ext>
            </a:extLst>
          </p:cNvPr>
          <p:cNvSpPr>
            <a:spLocks noGrp="1"/>
          </p:cNvSpPr>
          <p:nvPr>
            <p:ph type="body" sz="quarter" idx="29"/>
          </p:nvPr>
        </p:nvSpPr>
        <p:spPr>
          <a:xfrm>
            <a:off x="4662342" y="3736780"/>
            <a:ext cx="1890652" cy="1876932"/>
          </a:xfrm>
        </p:spPr>
        <p:txBody>
          <a:bodyPr/>
          <a:lstStyle/>
          <a:p>
            <a:r>
              <a:rPr lang="en-US" dirty="0"/>
              <a:t>Rollouts</a:t>
            </a:r>
          </a:p>
          <a:p>
            <a:r>
              <a:rPr lang="en-US" dirty="0"/>
              <a:t>Replay relabel</a:t>
            </a:r>
          </a:p>
          <a:p>
            <a:r>
              <a:rPr lang="en-US" dirty="0"/>
              <a:t>Normalization</a:t>
            </a:r>
          </a:p>
        </p:txBody>
      </p:sp>
      <p:sp>
        <p:nvSpPr>
          <p:cNvPr id="19" name="Segnaposto testo 18">
            <a:extLst>
              <a:ext uri="{FF2B5EF4-FFF2-40B4-BE49-F238E27FC236}">
                <ns2:creationId id="{37B86E94-3A4A-4AE2-8C58-3DBFDFAB3DD2}"/>
              </a:ext>
            </a:extLst>
          </p:cNvPr>
          <p:cNvSpPr>
            <a:spLocks noGrp="1"/>
          </p:cNvSpPr>
          <p:nvPr>
            <p:ph type="body" sz="quarter" idx="30"/>
          </p:nvPr>
        </p:nvSpPr>
        <p:spPr>
          <a:xfrm>
            <a:off x="6826032" y="3736780"/>
            <a:ext cx="1890652" cy="1876932"/>
          </a:xfrm>
        </p:spPr>
        <p:txBody>
          <a:bodyPr/>
          <a:lstStyle/>
          <a:p>
            <a:r>
              <a:rPr lang="en-US" dirty="0"/>
              <a:t>AUC</a:t>
            </a:r>
          </a:p>
          <a:p>
            <a:r>
              <a:rPr lang="en-US" dirty="0"/>
              <a:t>ESS</a:t>
            </a:r>
          </a:p>
          <a:p>
            <a:r>
              <a:rPr lang="en-US" dirty="0"/>
              <a:t>Reward validation</a:t>
            </a:r>
          </a:p>
        </p:txBody>
      </p:sp>
      <p:sp>
        <p:nvSpPr>
          <p:cNvPr id="20" name="Segnaposto testo 19">
            <a:extLst>
              <a:ext uri="{FF2B5EF4-FFF2-40B4-BE49-F238E27FC236}">
                <ns2:creationId id="{11AEF04B-635C-4331-AB5B-0A0E468AAB96}"/>
              </a:ext>
            </a:extLst>
          </p:cNvPr>
          <p:cNvSpPr>
            <a:spLocks noGrp="1"/>
          </p:cNvSpPr>
          <p:nvPr>
            <p:ph type="body" sz="quarter" idx="31"/>
          </p:nvPr>
        </p:nvSpPr>
        <p:spPr>
          <a:xfrm>
            <a:off x="8989722" y="3736780"/>
            <a:ext cx="1890652" cy="1876932"/>
          </a:xfrm>
        </p:spPr>
        <p:txBody>
          <a:bodyPr/>
          <a:lstStyle/>
          <a:p>
            <a:r>
              <a:rPr lang="en-US" dirty="0"/>
              <a:t>Observed outcomes</a:t>
            </a:r>
          </a:p>
          <a:p>
            <a:r>
              <a:rPr lang="en-US" dirty="0"/>
              <a:t>Caveats</a:t>
            </a:r>
          </a:p>
          <a:p>
            <a:r>
              <a:rPr lang="en-US" dirty="0"/>
              <a:t>Recommendations</a:t>
            </a:r>
          </a:p>
        </p:txBody>
      </p:sp>
    </p:spTree>
    <p:extLst>
      <p:ext uri="{BB962C8B-B14F-4D97-AF65-F5344CB8AC3E}">
        <ns3:creationId val="3896080372"/>
      </p:ext>
    </p:extLst>
  </p:cSld>
  <p:clrMapOvr>
    <a:masterClrMapping/>
  </p:clrMapOvr>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64D34749-4E22-4C51-8D56-875FBC98E96F}"/>
              </a:ext>
            </a:extLst>
          </p:cNvPr>
          <p:cNvSpPr>
            <a:spLocks noGrp="1"/>
          </p:cNvSpPr>
          <p:nvPr>
            <p:ph type="title"/>
          </p:nvPr>
        </p:nvSpPr>
        <p:spPr>
          <a:xfrm>
            <a:off x="3216275" y="1418313"/>
            <a:ext cx="8640763" cy="1299008"/>
          </a:xfrm>
        </p:spPr>
        <p:txBody>
          <a:bodyPr/>
          <a:lstStyle/>
          <a:p>
            <a:r>
              <a:rPr lang="it-IT" dirty="0" err="1"/>
              <a:t>Overview</a:t>
            </a:r>
            <a:endParaRPr lang="it-IT" dirty="0"/>
          </a:p>
        </p:txBody>
      </p:sp>
      <p:sp>
        <p:nvSpPr>
          <p:cNvPr id="6" name="Segnaposto testo 5">
            <a:extLst>
              <a:ext uri="{FF2B5EF4-FFF2-40B4-BE49-F238E27FC236}">
                <ns2:creationId id="{AE592BED-7591-48F7-81D0-20D55911E22D}"/>
              </a:ext>
            </a:extLst>
          </p:cNvPr>
          <p:cNvSpPr>
            <a:spLocks noGrp="1"/>
          </p:cNvSpPr>
          <p:nvPr>
            <p:ph type="body" sz="quarter" idx="13"/>
          </p:nvPr>
        </p:nvSpPr>
        <p:spPr>
          <a:xfrm>
            <a:off x="8765931" y="3961597"/>
            <a:ext cx="3091107" cy="2359025"/>
          </a:xfrm>
        </p:spPr>
        <p:txBody>
          <a:bodyPr/>
          <a:lstStyle/>
          <a:p>
            <a:r>
              <a:rPr lang="it-IT" dirty="0"/>
              <a:t>01</a:t>
            </a:r>
          </a:p>
        </p:txBody>
      </p:sp>
    </p:spTree>
    <p:extLst>
      <p:ext uri="{BB962C8B-B14F-4D97-AF65-F5344CB8AC3E}">
        <ns3:creationId val="1270366130"/>
      </p:ext>
    </p:extLst>
  </p:cSld>
  <p:clrMapOvr>
    <a:masterClrMapping/>
  </p:clrMapOvr>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8C7D1BF5-87C2-48DD-AB8C-CA3CACCAD616}"/>
              </a:ext>
            </a:extLst>
          </p:cNvPr>
          <p:cNvSpPr>
            <a:spLocks noGrp="1"/>
          </p:cNvSpPr>
          <p:nvPr>
            <p:ph type="title"/>
          </p:nvPr>
        </p:nvSpPr>
        <p:spPr/>
        <p:txBody>
          <a:bodyPr/>
          <a:lstStyle/>
          <a:p>
            <a:r>
              <a:rPr lang="it-IT" dirty="0"/>
              <a:t>What DemoAlgorithm does</a:t>
            </a:r>
          </a:p>
        </p:txBody>
      </p:sp>
      <p:sp>
        <p:nvSpPr>
          <p:cNvPr id="3" name="Segnaposto data 2">
            <a:extLst>
              <a:ext uri="{FF2B5EF4-FFF2-40B4-BE49-F238E27FC236}">
                <ns2:creationId id="{81A345C3-1AA5-4207-ADA3-AF6AA6FE4242}"/>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ns2:creationId id="{4EF1C5EA-D8D5-4399-9733-C7AE03BB6786}"/>
              </a:ext>
            </a:extLst>
          </p:cNvPr>
          <p:cNvSpPr>
            <a:spLocks noGrp="1"/>
          </p:cNvSpPr>
          <p:nvPr>
            <p:ph type="ftr" sz="quarter" idx="11"/>
          </p:nvPr>
        </p:nvSpPr>
        <p:spPr/>
        <p:txBody>
          <a:bodyPr/>
          <a:lstStyle/>
          <a:p>
            <a:r>
              <a:rPr lang="it-IT"/>
              <a:t>DemoAlgorithm | MaxEnt IRL from demonstrations</a:t>
            </a:r>
            <a:endParaRPr lang="it-IT" dirty="0"/>
          </a:p>
        </p:txBody>
      </p:sp>
      <p:sp>
        <p:nvSpPr>
          <p:cNvPr id="5" name="Segnaposto numero diapositiva 4">
            <a:extLst>
              <a:ext uri="{FF2B5EF4-FFF2-40B4-BE49-F238E27FC236}">
                <ns2:creationId id="{89F921F1-17B0-49B1-BE1B-E6336170F2B3}"/>
              </a:ext>
            </a:extLst>
          </p:cNvPr>
          <p:cNvSpPr>
            <a:spLocks noGrp="1"/>
          </p:cNvSpPr>
          <p:nvPr>
            <p:ph type="sldNum" sz="quarter" idx="12"/>
          </p:nvPr>
        </p:nvSpPr>
        <p:spPr/>
        <p:txBody>
          <a:bodyPr/>
          <a:lstStyle/>
          <a:p>
            <a:r>
              <a:rPr/>
              <a:t>8</a:t>
            </a:r>
            <a:endParaRPr lang="it-IT"/>
          </a:p>
        </p:txBody>
      </p:sp>
      <p:sp>
        <p:nvSpPr>
          <p:cNvPr id="6" name="Segnaposto testo 5">
            <a:extLst>
              <a:ext uri="{FF2B5EF4-FFF2-40B4-BE49-F238E27FC236}">
                <ns2:creationId id="{52822CAF-BA6F-4E9D-86A5-64822FC205E8}"/>
              </a:ext>
            </a:extLst>
          </p:cNvPr>
          <p:cNvSpPr>
            <a:spLocks noGrp="1"/>
          </p:cNvSpPr>
          <p:nvPr>
            <p:ph type="body" sz="quarter" idx="13"/>
          </p:nvPr>
        </p:nvSpPr>
        <p:spPr/>
        <p:txBody>
          <a:bodyPr/>
          <a:lstStyle/>
          <a:p>
            <a:r>
              <a:rPr lang="it-IT" dirty="0" err="1"/>
              <a:t>DemoAlgorithm learns a reward model from a fixed set of expert trajectories, then trains an RL agent on that learned reward. Each outer iteration samples new agent rollouts, updates the reward model against expert behavior, normalizes the learned reward for the agent, and trains the policy for the next iteration.</a:t>
            </a:r>
            <a:endParaRPr lang="it-IT" dirty="0"/>
          </a:p>
        </p:txBody>
      </p:sp>
    </p:spTree>
    <p:extLst>
      <p:ext uri="{BB962C8B-B14F-4D97-AF65-F5344CB8AC3E}">
        <ns3:creationId val="554448353"/>
      </p:ext>
    </p:extLst>
  </p:cSld>
  <p:clrMapOvr>
    <a:masterClrMapping/>
  </p:clrMapOvr>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8C7D1BF5-87C2-48DD-AB8C-CA3CACCAD616}"/>
              </a:ext>
            </a:extLst>
          </p:cNvPr>
          <p:cNvSpPr>
            <a:spLocks noGrp="1"/>
          </p:cNvSpPr>
          <p:nvPr>
            <p:ph type="title"/>
          </p:nvPr>
        </p:nvSpPr>
        <p:spPr/>
        <p:txBody>
          <a:bodyPr/>
          <a:lstStyle/>
          <a:p>
            <a:r>
              <a:rPr lang="it-IT" dirty="0"/>
              <a:t>Outer loop at a glance</a:t>
            </a:r>
          </a:p>
        </p:txBody>
      </p:sp>
      <p:sp>
        <p:nvSpPr>
          <p:cNvPr id="3" name="Segnaposto data 2">
            <a:extLst>
              <a:ext uri="{FF2B5EF4-FFF2-40B4-BE49-F238E27FC236}">
                <ns2:creationId id="{81A345C3-1AA5-4207-ADA3-AF6AA6FE4242}"/>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ns2:creationId id="{4EF1C5EA-D8D5-4399-9733-C7AE03BB6786}"/>
              </a:ext>
            </a:extLst>
          </p:cNvPr>
          <p:cNvSpPr>
            <a:spLocks noGrp="1"/>
          </p:cNvSpPr>
          <p:nvPr>
            <p:ph type="ftr" sz="quarter" idx="11"/>
          </p:nvPr>
        </p:nvSpPr>
        <p:spPr/>
        <p:txBody>
          <a:bodyPr/>
          <a:lstStyle/>
          <a:p>
            <a:r>
              <a:rPr lang="it-IT"/>
              <a:t>DemoAlgorithm | MaxEnt IRL from demonstrations</a:t>
            </a:r>
            <a:endParaRPr lang="it-IT" dirty="0"/>
          </a:p>
        </p:txBody>
      </p:sp>
      <p:sp>
        <p:nvSpPr>
          <p:cNvPr id="5" name="Segnaposto numero diapositiva 4">
            <a:extLst>
              <a:ext uri="{FF2B5EF4-FFF2-40B4-BE49-F238E27FC236}">
                <ns2:creationId id="{89F921F1-17B0-49B1-BE1B-E6336170F2B3}"/>
              </a:ext>
            </a:extLst>
          </p:cNvPr>
          <p:cNvSpPr>
            <a:spLocks noGrp="1"/>
          </p:cNvSpPr>
          <p:nvPr>
            <p:ph type="sldNum" sz="quarter" idx="12"/>
          </p:nvPr>
        </p:nvSpPr>
        <p:spPr/>
        <p:txBody>
          <a:bodyPr/>
          <a:lstStyle/>
          <a:p>
            <a:r>
              <a:rPr/>
              <a:t>9</a:t>
            </a:r>
            <a:endParaRPr lang="it-IT"/>
          </a:p>
        </p:txBody>
      </p:sp>
      <p:sp>
        <p:nvSpPr>
          <p:cNvPr id="6" name="Segnaposto testo 5">
            <a:extLst>
              <a:ext uri="{FF2B5EF4-FFF2-40B4-BE49-F238E27FC236}">
                <ns2:creationId id="{52822CAF-BA6F-4E9D-86A5-64822FC205E8}"/>
              </a:ext>
            </a:extLst>
          </p:cNvPr>
          <p:cNvSpPr>
            <a:spLocks noGrp="1"/>
          </p:cNvSpPr>
          <p:nvPr>
            <p:ph type="body" sz="quarter" idx="13"/>
          </p:nvPr>
        </p:nvSpPr>
        <p:spPr/>
        <p:txBody>
          <a:bodyPr/>
          <a:lstStyle/>
          <a:p>
            <a:r>
              <a:rPr lang="it-IT" dirty="0" err="1"/>
              <a:t>The implementation is intentionally modular: the public class composes focused mixins for losses, reward optimization, rollouts, diagnostics, imitation metrics, and checkpoints.</a:t>
            </a:r>
          </a:p>
        </p:txBody>
      </p:sp>
      <p:cxnSp>
        <p:nvCxnSpPr>
          <p:cNvPr id="8" name="Connettore diritto 7">
            <a:extLst>
              <a:ext uri="{FF2B5EF4-FFF2-40B4-BE49-F238E27FC236}">
                <ns2:creationId id="{FB0D1483-67AD-4D65-8F71-F2F1ED1C9798}"/>
              </a:ext>
            </a:extLst>
          </p:cNvPr>
          <p:cNvCxnSpPr>
            <a:cxnSpLocks/>
          </p:cNvCxnSpPr>
          <p:nvPr/>
        </p:nvCxnSpPr>
        <p:spPr>
          <a:xfrm>
            <a:off x="0" y="4188904"/>
            <a:ext cx="1219200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7" name="Gruppo 6">
            <a:extLst>
              <a:ext uri="{FF2B5EF4-FFF2-40B4-BE49-F238E27FC236}">
                <ns2:creationId id="{B401BAFD-2844-4017-A72C-16863425D333}"/>
              </a:ext>
            </a:extLst>
          </p:cNvPr>
          <p:cNvGrpSpPr/>
          <p:nvPr/>
        </p:nvGrpSpPr>
        <p:grpSpPr>
          <a:xfrm>
            <a:off x="715536" y="3769839"/>
            <a:ext cx="1534970" cy="1129385"/>
            <a:chOff x="801811" y="3769839"/>
            <a:chExt cx="1534970" cy="1129385"/>
          </a:xfrm>
        </p:grpSpPr>
        <p:sp>
          <p:nvSpPr>
            <p:cNvPr id="10" name="Rettangolo con angoli arrotondati 9">
              <a:extLst>
                <a:ext uri="{FF2B5EF4-FFF2-40B4-BE49-F238E27FC236}">
                  <ns2:creationId id="{DB610508-BDB6-442E-BD22-57006E4101D5}"/>
                </a:ext>
              </a:extLst>
            </p:cNvPr>
            <p:cNvSpPr/>
            <p:nvPr/>
          </p:nvSpPr>
          <p:spPr>
            <a:xfrm>
              <a:off x="801811" y="4418822"/>
              <a:ext cx="1534970" cy="480402"/>
            </a:xfrm>
            <a:prstGeom prst="roundRect">
              <a:avLst>
                <a:gd name="adj" fmla="val 0"/>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it-IT" sz="1100" b="1" dirty="0" err="1">
                  <a:solidFill>
                    <a:schemeClr val="accent1"/>
                  </a:solidFill>
                </a:rPr>
                <a:t>1</a:t>
              </a:r>
              <a:endParaRPr lang="it-IT" sz="1100" b="1" dirty="0">
                <a:solidFill>
                  <a:schemeClr val="accent1"/>
                </a:solidFill>
              </a:endParaRPr>
            </a:p>
          </p:txBody>
        </p:sp>
        <p:sp>
          <p:nvSpPr>
            <p:cNvPr id="13" name="Ovale 12">
              <a:extLst>
                <a:ext uri="{FF2B5EF4-FFF2-40B4-BE49-F238E27FC236}">
                  <ns2:creationId id="{BF361313-B068-4639-937E-AA35C188DCAF}"/>
                </a:ext>
              </a:extLst>
            </p:cNvPr>
            <p:cNvSpPr/>
            <p:nvPr/>
          </p:nvSpPr>
          <p:spPr>
            <a:xfrm>
              <a:off x="1497296" y="4116904"/>
              <a:ext cx="144000" cy="144000"/>
            </a:xfrm>
            <a:prstGeom prst="ellipse">
              <a:avLst/>
            </a:prstGeom>
            <a:solidFill>
              <a:schemeClr val="bg1"/>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 name="Rettangolo con angoli arrotondati 20">
              <a:extLst>
                <a:ext uri="{FF2B5EF4-FFF2-40B4-BE49-F238E27FC236}">
                  <ns2:creationId id="{4E83B601-AD92-4134-8C1B-7BB0FD1D3C0E}"/>
                </a:ext>
              </a:extLst>
            </p:cNvPr>
            <p:cNvSpPr/>
            <p:nvPr/>
          </p:nvSpPr>
          <p:spPr>
            <a:xfrm>
              <a:off x="801811" y="3769839"/>
              <a:ext cx="1534970" cy="178677"/>
            </a:xfrm>
            <a:prstGeom prst="roundRect">
              <a:avLst>
                <a:gd name="adj" fmla="val 0"/>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it-IT" sz="800" b="1" dirty="0">
                  <a:solidFill>
                    <a:schemeClr val="accent1"/>
                  </a:solidFill>
                </a:rPr>
                <a:t>Expert demos</a:t>
              </a:r>
            </a:p>
          </p:txBody>
        </p:sp>
      </p:grpSp>
      <p:grpSp>
        <p:nvGrpSpPr>
          <p:cNvPr id="49" name="Gruppo 48">
            <a:extLst>
              <a:ext uri="{FF2B5EF4-FFF2-40B4-BE49-F238E27FC236}">
                <ns2:creationId id="{4359C694-53C1-488A-AFB2-E48227D4A7EF}"/>
              </a:ext>
            </a:extLst>
          </p:cNvPr>
          <p:cNvGrpSpPr/>
          <p:nvPr/>
        </p:nvGrpSpPr>
        <p:grpSpPr>
          <a:xfrm>
            <a:off x="2907472" y="3769839"/>
            <a:ext cx="1534970" cy="1129385"/>
            <a:chOff x="801811" y="3769839"/>
            <a:chExt cx="1534970" cy="1129385"/>
          </a:xfrm>
        </p:grpSpPr>
        <p:sp>
          <p:nvSpPr>
            <p:cNvPr id="50" name="Rettangolo con angoli arrotondati 49">
              <a:extLst>
                <a:ext uri="{FF2B5EF4-FFF2-40B4-BE49-F238E27FC236}">
                  <ns2:creationId id="{2E2612FE-61E7-4B94-84F7-7B950617EAB4}"/>
                </a:ext>
              </a:extLst>
            </p:cNvPr>
            <p:cNvSpPr/>
            <p:nvPr/>
          </p:nvSpPr>
          <p:spPr>
            <a:xfrm>
              <a:off x="801811" y="4418822"/>
              <a:ext cx="1534970" cy="480402"/>
            </a:xfrm>
            <a:prstGeom prst="roundRect">
              <a:avLst>
                <a:gd name="adj" fmla="val 0"/>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it-IT" sz="1100" b="1" dirty="0" err="1">
                  <a:solidFill>
                    <a:schemeClr val="accent1"/>
                  </a:solidFill>
                </a:rPr>
                <a:t>2</a:t>
              </a:r>
              <a:endParaRPr lang="it-IT" sz="1100" b="1" dirty="0">
                <a:solidFill>
                  <a:schemeClr val="accent1"/>
                </a:solidFill>
              </a:endParaRPr>
            </a:p>
          </p:txBody>
        </p:sp>
        <p:sp>
          <p:nvSpPr>
            <p:cNvPr id="51" name="Ovale 50">
              <a:extLst>
                <a:ext uri="{FF2B5EF4-FFF2-40B4-BE49-F238E27FC236}">
                  <ns2:creationId id="{3C10C9E4-FAD2-42A0-8DD2-41477E321C54}"/>
                </a:ext>
              </a:extLst>
            </p:cNvPr>
            <p:cNvSpPr/>
            <p:nvPr/>
          </p:nvSpPr>
          <p:spPr>
            <a:xfrm>
              <a:off x="1497296" y="4116904"/>
              <a:ext cx="144000" cy="144000"/>
            </a:xfrm>
            <a:prstGeom prst="ellipse">
              <a:avLst/>
            </a:prstGeom>
            <a:solidFill>
              <a:schemeClr val="bg1"/>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2" name="Rettangolo con angoli arrotondati 51">
              <a:extLst>
                <a:ext uri="{FF2B5EF4-FFF2-40B4-BE49-F238E27FC236}">
                  <ns2:creationId id="{35690A0E-ACEB-4A01-AEB0-B8C199BADB3F}"/>
                </a:ext>
              </a:extLst>
            </p:cNvPr>
            <p:cNvSpPr/>
            <p:nvPr/>
          </p:nvSpPr>
          <p:spPr>
            <a:xfrm>
              <a:off x="801811" y="3769839"/>
              <a:ext cx="1534970" cy="178677"/>
            </a:xfrm>
            <a:prstGeom prst="roundRect">
              <a:avLst>
                <a:gd name="adj" fmla="val 0"/>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it-IT" sz="800" b="1" dirty="0">
                  <a:solidFill>
                    <a:schemeClr val="accent1"/>
                  </a:solidFill>
                </a:rPr>
                <a:t>Agent rollouts</a:t>
              </a:r>
            </a:p>
          </p:txBody>
        </p:sp>
      </p:grpSp>
      <p:grpSp>
        <p:nvGrpSpPr>
          <p:cNvPr id="53" name="Gruppo 52">
            <a:extLst>
              <a:ext uri="{FF2B5EF4-FFF2-40B4-BE49-F238E27FC236}">
                <ns2:creationId id="{9E5F7DF8-A202-4AD9-8756-18925D8FD389}"/>
              </a:ext>
            </a:extLst>
          </p:cNvPr>
          <p:cNvGrpSpPr/>
          <p:nvPr/>
        </p:nvGrpSpPr>
        <p:grpSpPr>
          <a:xfrm>
            <a:off x="5099408" y="3769839"/>
            <a:ext cx="1534970" cy="1129385"/>
            <a:chOff x="801811" y="3769839"/>
            <a:chExt cx="1534970" cy="1129385"/>
          </a:xfrm>
        </p:grpSpPr>
        <p:sp>
          <p:nvSpPr>
            <p:cNvPr id="54" name="Rettangolo con angoli arrotondati 53">
              <a:extLst>
                <a:ext uri="{FF2B5EF4-FFF2-40B4-BE49-F238E27FC236}">
                  <ns2:creationId id="{6F1F3C25-F028-44D2-9608-1A6026CDD03D}"/>
                </a:ext>
              </a:extLst>
            </p:cNvPr>
            <p:cNvSpPr/>
            <p:nvPr/>
          </p:nvSpPr>
          <p:spPr>
            <a:xfrm>
              <a:off x="801811" y="4418822"/>
              <a:ext cx="1534970" cy="480402"/>
            </a:xfrm>
            <a:prstGeom prst="roundRect">
              <a:avLst>
                <a:gd name="adj" fmla="val 0"/>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it-IT" sz="1100" b="1" dirty="0" err="1">
                  <a:solidFill>
                    <a:schemeClr val="accent1"/>
                  </a:solidFill>
                </a:rPr>
                <a:t>3</a:t>
              </a:r>
              <a:endParaRPr lang="it-IT" sz="1100" b="1" dirty="0">
                <a:solidFill>
                  <a:schemeClr val="accent1"/>
                </a:solidFill>
              </a:endParaRPr>
            </a:p>
          </p:txBody>
        </p:sp>
        <p:sp>
          <p:nvSpPr>
            <p:cNvPr id="55" name="Ovale 54">
              <a:extLst>
                <a:ext uri="{FF2B5EF4-FFF2-40B4-BE49-F238E27FC236}">
                  <ns2:creationId id="{8501CF9F-40A1-4852-B550-096090780AA7}"/>
                </a:ext>
              </a:extLst>
            </p:cNvPr>
            <p:cNvSpPr/>
            <p:nvPr/>
          </p:nvSpPr>
          <p:spPr>
            <a:xfrm>
              <a:off x="1497296" y="4116904"/>
              <a:ext cx="144000" cy="144000"/>
            </a:xfrm>
            <a:prstGeom prst="ellipse">
              <a:avLst/>
            </a:prstGeom>
            <a:solidFill>
              <a:schemeClr val="bg1"/>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6" name="Rettangolo con angoli arrotondati 55">
              <a:extLst>
                <a:ext uri="{FF2B5EF4-FFF2-40B4-BE49-F238E27FC236}">
                  <ns2:creationId id="{F2BC6C05-706E-4778-8985-F3F0DCCD184D}"/>
                </a:ext>
              </a:extLst>
            </p:cNvPr>
            <p:cNvSpPr/>
            <p:nvPr/>
          </p:nvSpPr>
          <p:spPr>
            <a:xfrm>
              <a:off x="801811" y="3769839"/>
              <a:ext cx="1534970" cy="178677"/>
            </a:xfrm>
            <a:prstGeom prst="roundRect">
              <a:avLst>
                <a:gd name="adj" fmla="val 0"/>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it-IT" sz="800" b="1" dirty="0">
                  <a:solidFill>
                    <a:schemeClr val="accent1"/>
                  </a:solidFill>
                </a:rPr>
                <a:t>Reward update</a:t>
              </a:r>
            </a:p>
          </p:txBody>
        </p:sp>
      </p:grpSp>
      <p:grpSp>
        <p:nvGrpSpPr>
          <p:cNvPr id="57" name="Gruppo 56">
            <a:extLst>
              <a:ext uri="{FF2B5EF4-FFF2-40B4-BE49-F238E27FC236}">
                <ns2:creationId id="{EA6BF76A-F9F1-44FD-845B-7E7F940D019B}"/>
              </a:ext>
            </a:extLst>
          </p:cNvPr>
          <p:cNvGrpSpPr/>
          <p:nvPr/>
        </p:nvGrpSpPr>
        <p:grpSpPr>
          <a:xfrm>
            <a:off x="7291344" y="3769839"/>
            <a:ext cx="1534970" cy="1129385"/>
            <a:chOff x="801811" y="3769839"/>
            <a:chExt cx="1534970" cy="1129385"/>
          </a:xfrm>
        </p:grpSpPr>
        <p:sp>
          <p:nvSpPr>
            <p:cNvPr id="58" name="Rettangolo con angoli arrotondati 57">
              <a:extLst>
                <a:ext uri="{FF2B5EF4-FFF2-40B4-BE49-F238E27FC236}">
                  <ns2:creationId id="{AA77A451-CC84-428A-92DA-80699358BEA2}"/>
                </a:ext>
              </a:extLst>
            </p:cNvPr>
            <p:cNvSpPr/>
            <p:nvPr/>
          </p:nvSpPr>
          <p:spPr>
            <a:xfrm>
              <a:off x="801811" y="4418822"/>
              <a:ext cx="1534970" cy="480402"/>
            </a:xfrm>
            <a:prstGeom prst="roundRect">
              <a:avLst>
                <a:gd name="adj" fmla="val 0"/>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it-IT" sz="1100" b="1" dirty="0" err="1">
                  <a:solidFill>
                    <a:schemeClr val="accent1"/>
                  </a:solidFill>
                </a:rPr>
                <a:t>4</a:t>
              </a:r>
              <a:endParaRPr lang="it-IT" sz="1100" b="1" dirty="0">
                <a:solidFill>
                  <a:schemeClr val="accent1"/>
                </a:solidFill>
              </a:endParaRPr>
            </a:p>
          </p:txBody>
        </p:sp>
        <p:sp>
          <p:nvSpPr>
            <p:cNvPr id="59" name="Ovale 58">
              <a:extLst>
                <a:ext uri="{FF2B5EF4-FFF2-40B4-BE49-F238E27FC236}">
                  <ns2:creationId id="{1E653C27-64BD-42DC-902A-54DA20524EBF}"/>
                </a:ext>
              </a:extLst>
            </p:cNvPr>
            <p:cNvSpPr/>
            <p:nvPr/>
          </p:nvSpPr>
          <p:spPr>
            <a:xfrm>
              <a:off x="1497296" y="4116904"/>
              <a:ext cx="144000" cy="144000"/>
            </a:xfrm>
            <a:prstGeom prst="ellipse">
              <a:avLst/>
            </a:prstGeom>
            <a:solidFill>
              <a:schemeClr val="bg1"/>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0" name="Rettangolo con angoli arrotondati 59">
              <a:extLst>
                <a:ext uri="{FF2B5EF4-FFF2-40B4-BE49-F238E27FC236}">
                  <ns2:creationId id="{35A451A7-201C-43C7-9B43-42BA65BD3480}"/>
                </a:ext>
              </a:extLst>
            </p:cNvPr>
            <p:cNvSpPr/>
            <p:nvPr/>
          </p:nvSpPr>
          <p:spPr>
            <a:xfrm>
              <a:off x="801811" y="3769839"/>
              <a:ext cx="1534970" cy="178677"/>
            </a:xfrm>
            <a:prstGeom prst="roundRect">
              <a:avLst>
                <a:gd name="adj" fmla="val 0"/>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it-IT" sz="800" b="1" dirty="0">
                  <a:solidFill>
                    <a:schemeClr val="accent1"/>
                  </a:solidFill>
                </a:rPr>
                <a:t>Agent update</a:t>
              </a:r>
            </a:p>
          </p:txBody>
        </p:sp>
      </p:grpSp>
      <p:grpSp>
        <p:nvGrpSpPr>
          <p:cNvPr id="61" name="Gruppo 60">
            <a:extLst>
              <a:ext uri="{FF2B5EF4-FFF2-40B4-BE49-F238E27FC236}">
                <ns2:creationId id="{E681ED6B-9F84-4815-BE86-499949DD4DC5}"/>
              </a:ext>
            </a:extLst>
          </p:cNvPr>
          <p:cNvGrpSpPr/>
          <p:nvPr/>
        </p:nvGrpSpPr>
        <p:grpSpPr>
          <a:xfrm>
            <a:off x="9483281" y="3769839"/>
            <a:ext cx="1534970" cy="1129385"/>
            <a:chOff x="801811" y="3769839"/>
            <a:chExt cx="1534970" cy="1129385"/>
          </a:xfrm>
        </p:grpSpPr>
        <p:sp>
          <p:nvSpPr>
            <p:cNvPr id="62" name="Rettangolo con angoli arrotondati 61">
              <a:extLst>
                <a:ext uri="{FF2B5EF4-FFF2-40B4-BE49-F238E27FC236}">
                  <ns2:creationId id="{1AC44512-2476-471C-A4FA-FE43ADD8DC10}"/>
                </a:ext>
              </a:extLst>
            </p:cNvPr>
            <p:cNvSpPr/>
            <p:nvPr/>
          </p:nvSpPr>
          <p:spPr>
            <a:xfrm>
              <a:off x="801811" y="4418822"/>
              <a:ext cx="1534970" cy="480402"/>
            </a:xfrm>
            <a:prstGeom prst="roundRect">
              <a:avLst>
                <a:gd name="adj" fmla="val 0"/>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it-IT" sz="1100" b="1" dirty="0" err="1">
                  <a:solidFill>
                    <a:schemeClr val="accent1"/>
                  </a:solidFill>
                </a:rPr>
                <a:t>5</a:t>
              </a:r>
              <a:endParaRPr lang="it-IT" sz="1100" b="1" dirty="0">
                <a:solidFill>
                  <a:schemeClr val="accent1"/>
                </a:solidFill>
              </a:endParaRPr>
            </a:p>
          </p:txBody>
        </p:sp>
        <p:sp>
          <p:nvSpPr>
            <p:cNvPr id="63" name="Ovale 62">
              <a:extLst>
                <a:ext uri="{FF2B5EF4-FFF2-40B4-BE49-F238E27FC236}">
                  <ns2:creationId id="{8FE485DC-463A-42C8-BF59-72C3C5C202AA}"/>
                </a:ext>
              </a:extLst>
            </p:cNvPr>
            <p:cNvSpPr/>
            <p:nvPr/>
          </p:nvSpPr>
          <p:spPr>
            <a:xfrm>
              <a:off x="1497296" y="4116904"/>
              <a:ext cx="144000" cy="144000"/>
            </a:xfrm>
            <a:prstGeom prst="ellipse">
              <a:avLst/>
            </a:prstGeom>
            <a:solidFill>
              <a:schemeClr val="bg1"/>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4" name="Rettangolo con angoli arrotondati 63">
              <a:extLst>
                <a:ext uri="{FF2B5EF4-FFF2-40B4-BE49-F238E27FC236}">
                  <ns2:creationId id="{455F8FEB-A646-4EA9-BCE0-C7D0385FA874}"/>
                </a:ext>
              </a:extLst>
            </p:cNvPr>
            <p:cNvSpPr/>
            <p:nvPr/>
          </p:nvSpPr>
          <p:spPr>
            <a:xfrm>
              <a:off x="801811" y="3769839"/>
              <a:ext cx="1534970" cy="178677"/>
            </a:xfrm>
            <a:prstGeom prst="roundRect">
              <a:avLst>
                <a:gd name="adj" fmla="val 0"/>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it-IT" sz="800" b="1" dirty="0">
                  <a:solidFill>
                    <a:schemeClr val="accent1"/>
                  </a:solidFill>
                </a:rPr>
                <a:t>Diagnostics</a:t>
              </a:r>
            </a:p>
          </p:txBody>
        </p:sp>
      </p:grpSp>
    </p:spTree>
    <p:extLst>
      <p:ext uri="{BB962C8B-B14F-4D97-AF65-F5344CB8AC3E}">
        <ns3:creationId val="2136935184"/>
      </p:ext>
    </p:extLst>
  </p:cSld>
  <p:clrMapOvr>
    <a:masterClrMapping/>
  </p:clrMapOvr>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8C7D1BF5-87C2-48DD-AB8C-CA3CACCAD616}"/>
              </a:ext>
            </a:extLst>
          </p:cNvPr>
          <p:cNvSpPr>
            <a:spLocks noGrp="1"/>
          </p:cNvSpPr>
          <p:nvPr>
            <p:ph type="title"/>
          </p:nvPr>
        </p:nvSpPr>
        <p:spPr/>
        <p:txBody>
          <a:bodyPr/>
          <a:lstStyle/>
          <a:p>
            <a:r>
              <a:rPr lang="it-IT" dirty="0"/>
              <a:t>Main data structures</a:t>
            </a:r>
          </a:p>
        </p:txBody>
      </p:sp>
      <p:sp>
        <p:nvSpPr>
          <p:cNvPr id="3" name="Segnaposto data 2">
            <a:extLst>
              <a:ext uri="{FF2B5EF4-FFF2-40B4-BE49-F238E27FC236}">
                <ns2:creationId id="{81A345C3-1AA5-4207-ADA3-AF6AA6FE4242}"/>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ns2:creationId id="{4EF1C5EA-D8D5-4399-9733-C7AE03BB6786}"/>
              </a:ext>
            </a:extLst>
          </p:cNvPr>
          <p:cNvSpPr>
            <a:spLocks noGrp="1"/>
          </p:cNvSpPr>
          <p:nvPr>
            <p:ph type="ftr" sz="quarter" idx="11"/>
          </p:nvPr>
        </p:nvSpPr>
        <p:spPr/>
        <p:txBody>
          <a:bodyPr/>
          <a:lstStyle/>
          <a:p>
            <a:r>
              <a:rPr lang="it-IT"/>
              <a:t>DemoAlgorithm | MaxEnt IRL from demonstrations</a:t>
            </a:r>
            <a:endParaRPr lang="it-IT" dirty="0"/>
          </a:p>
        </p:txBody>
      </p:sp>
      <p:sp>
        <p:nvSpPr>
          <p:cNvPr id="5" name="Segnaposto numero diapositiva 4">
            <a:extLst>
              <a:ext uri="{FF2B5EF4-FFF2-40B4-BE49-F238E27FC236}">
                <ns2:creationId id="{89F921F1-17B0-49B1-BE1B-E6336170F2B3}"/>
              </a:ext>
            </a:extLst>
          </p:cNvPr>
          <p:cNvSpPr>
            <a:spLocks noGrp="1"/>
          </p:cNvSpPr>
          <p:nvPr>
            <p:ph type="sldNum" sz="quarter" idx="12"/>
          </p:nvPr>
        </p:nvSpPr>
        <p:spPr/>
        <p:txBody>
          <a:bodyPr/>
          <a:lstStyle/>
          <a:p>
            <a:r>
              <a:rPr/>
              <a:t>10</a:t>
            </a:r>
            <a:endParaRPr lang="it-IT"/>
          </a:p>
        </p:txBody>
      </p:sp>
      <p:sp>
        <p:nvSpPr>
          <p:cNvPr id="6" name="Segnaposto testo 5">
            <a:extLst>
              <a:ext uri="{FF2B5EF4-FFF2-40B4-BE49-F238E27FC236}">
                <ns2:creationId id="{52822CAF-BA6F-4E9D-86A5-64822FC205E8}"/>
              </a:ext>
            </a:extLst>
          </p:cNvPr>
          <p:cNvSpPr>
            <a:spLocks noGrp="1"/>
          </p:cNvSpPr>
          <p:nvPr>
            <p:ph type="body" sz="quarter" idx="13"/>
          </p:nvPr>
        </p:nvSpPr>
        <p:spPr/>
        <p:txBody>
          <a:bodyPr/>
          <a:lstStyle/>
          <a:p>
            <a:r>
              <a:rPr lang="it-IT" dirty="0" err="1"/>
              <a:t>A transition stores observation, action, true environment reward, next terminal-status vector, done flag, and optionally policy log-probability. A trajectory is an ordered list of transitions. The reward model scores each transition and trajectory returns are sums or corrected returns depending on the configured loss.</a:t>
            </a:r>
            <a:endParaRPr lang="it-IT" dirty="0"/>
          </a:p>
        </p:txBody>
      </p:sp>
      <p:sp>
        <p:nvSpPr>
          <p:cNvPr id="7" name="Rettangolo con angoli arrotondati 6">
            <a:extLst>
              <a:ext uri="{FF2B5EF4-FFF2-40B4-BE49-F238E27FC236}">
                <ns2:creationId id="{8C73816A-2D87-4B5A-8A6C-C465B30020E1}"/>
              </a:ext>
            </a:extLst>
          </p:cNvPr>
          <p:cNvSpPr/>
          <p:nvPr/>
        </p:nvSpPr>
        <p:spPr>
          <a:xfrm>
            <a:off x="6283896" y="2060575"/>
            <a:ext cx="2487368" cy="480402"/>
          </a:xfrm>
          <a:prstGeom prst="roundRect">
            <a:avLst>
              <a:gd name="adj" fmla="val 50000"/>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it-IT" dirty="0" err="1">
                <a:solidFill>
                  <a:schemeClr val="tx1"/>
                </a:solidFill>
              </a:rPr>
              <a:t>Transition</a:t>
            </a:r>
            <a:endParaRPr lang="it-IT" dirty="0">
              <a:solidFill>
                <a:schemeClr val="tx1"/>
              </a:solidFill>
            </a:endParaRPr>
          </a:p>
        </p:txBody>
      </p:sp>
      <p:sp>
        <p:nvSpPr>
          <p:cNvPr id="8" name="Rettangolo con angoli arrotondati 7">
            <a:extLst>
              <a:ext uri="{FF2B5EF4-FFF2-40B4-BE49-F238E27FC236}">
                <ns2:creationId id="{5237931E-65F2-47DB-BEA4-18AD2585FFAA}"/>
              </a:ext>
            </a:extLst>
          </p:cNvPr>
          <p:cNvSpPr/>
          <p:nvPr/>
        </p:nvSpPr>
        <p:spPr>
          <a:xfrm>
            <a:off x="6283896" y="2689225"/>
            <a:ext cx="2487368" cy="480402"/>
          </a:xfrm>
          <a:prstGeom prst="roundRect">
            <a:avLst>
              <a:gd name="adj" fmla="val 50000"/>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it-IT" dirty="0" err="1">
                <a:solidFill>
                  <a:schemeClr val="tx1"/>
                </a:solidFill>
              </a:rPr>
              <a:t>Trajectory</a:t>
            </a:r>
            <a:endParaRPr lang="it-IT" dirty="0">
              <a:solidFill>
                <a:schemeClr val="tx1"/>
              </a:solidFill>
            </a:endParaRPr>
          </a:p>
        </p:txBody>
      </p:sp>
      <p:sp>
        <p:nvSpPr>
          <p:cNvPr id="9" name="Rettangolo con angoli arrotondati 8">
            <a:extLst>
              <a:ext uri="{FF2B5EF4-FFF2-40B4-BE49-F238E27FC236}">
                <ns2:creationId id="{714049DF-F702-43DF-86AF-9CEB7093D332}"/>
              </a:ext>
            </a:extLst>
          </p:cNvPr>
          <p:cNvSpPr/>
          <p:nvPr/>
        </p:nvSpPr>
        <p:spPr>
          <a:xfrm>
            <a:off x="6283896" y="3339362"/>
            <a:ext cx="2487368" cy="480402"/>
          </a:xfrm>
          <a:prstGeom prst="roundRect">
            <a:avLst>
              <a:gd name="adj" fmla="val 50000"/>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it-IT" dirty="0" err="1">
                <a:solidFill>
                  <a:schemeClr val="tx1"/>
                </a:solidFill>
              </a:rPr>
              <a:t>Expert set</a:t>
            </a:r>
            <a:endParaRPr lang="it-IT" dirty="0">
              <a:solidFill>
                <a:schemeClr val="tx1"/>
              </a:solidFill>
            </a:endParaRPr>
          </a:p>
        </p:txBody>
      </p:sp>
      <p:sp>
        <p:nvSpPr>
          <p:cNvPr id="10" name="Rettangolo con angoli arrotondati 9">
            <a:extLst>
              <a:ext uri="{FF2B5EF4-FFF2-40B4-BE49-F238E27FC236}">
                <ns2:creationId id="{C35F1D8B-C7FA-4E6E-B680-E110A1AEBD07}"/>
              </a:ext>
            </a:extLst>
          </p:cNvPr>
          <p:cNvSpPr/>
          <p:nvPr/>
        </p:nvSpPr>
        <p:spPr>
          <a:xfrm>
            <a:off x="8848420" y="2060575"/>
            <a:ext cx="2487368" cy="480402"/>
          </a:xfrm>
          <a:prstGeom prst="roundRect">
            <a:avLst>
              <a:gd name="adj" fmla="val 50000"/>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it-IT" dirty="0" err="1">
                <a:solidFill>
                  <a:schemeClr val="tx1"/>
                </a:solidFill>
              </a:rPr>
              <a:t>Model rollouts</a:t>
            </a:r>
            <a:endParaRPr lang="it-IT" dirty="0">
              <a:solidFill>
                <a:schemeClr val="tx1"/>
              </a:solidFill>
            </a:endParaRPr>
          </a:p>
        </p:txBody>
      </p:sp>
      <p:sp>
        <p:nvSpPr>
          <p:cNvPr id="11" name="Rettangolo con angoli arrotondati 10">
            <a:extLst>
              <a:ext uri="{FF2B5EF4-FFF2-40B4-BE49-F238E27FC236}">
                <ns2:creationId id="{CA84B3CC-6265-428B-A1A8-BD96D079279A}"/>
              </a:ext>
            </a:extLst>
          </p:cNvPr>
          <p:cNvSpPr/>
          <p:nvPr/>
        </p:nvSpPr>
        <p:spPr>
          <a:xfrm>
            <a:off x="8848420" y="2689225"/>
            <a:ext cx="2487368" cy="480402"/>
          </a:xfrm>
          <a:prstGeom prst="roundRect">
            <a:avLst>
              <a:gd name="adj" fmla="val 50000"/>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it-IT" dirty="0" err="1">
                <a:solidFill>
                  <a:schemeClr val="tx1"/>
                </a:solidFill>
              </a:rPr>
              <a:t>Background buffer</a:t>
            </a:r>
            <a:endParaRPr lang="it-IT" dirty="0">
              <a:solidFill>
                <a:schemeClr val="tx1"/>
              </a:solidFill>
            </a:endParaRPr>
          </a:p>
        </p:txBody>
      </p:sp>
      <p:sp>
        <p:nvSpPr>
          <p:cNvPr id="12" name="Rettangolo con angoli arrotondati 11">
            <a:extLst>
              <a:ext uri="{FF2B5EF4-FFF2-40B4-BE49-F238E27FC236}">
                <ns2:creationId id="{CD789CE7-C492-4284-81B6-B06BBF70868F}"/>
              </a:ext>
            </a:extLst>
          </p:cNvPr>
          <p:cNvSpPr/>
          <p:nvPr/>
        </p:nvSpPr>
        <p:spPr>
          <a:xfrm>
            <a:off x="8848420" y="3339362"/>
            <a:ext cx="2487368" cy="480402"/>
          </a:xfrm>
          <a:prstGeom prst="roundRect">
            <a:avLst>
              <a:gd name="adj" fmla="val 50000"/>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it-IT" dirty="0" err="1">
                <a:solidFill>
                  <a:schemeClr val="tx1"/>
                </a:solidFill>
              </a:rPr>
              <a:t>Policy snapshots</a:t>
            </a:r>
            <a:endParaRPr lang="it-IT" dirty="0">
              <a:solidFill>
                <a:schemeClr val="tx1"/>
              </a:solidFill>
            </a:endParaRPr>
          </a:p>
        </p:txBody>
      </p:sp>
    </p:spTree>
    <p:extLst>
      <p:ext uri="{BB962C8B-B14F-4D97-AF65-F5344CB8AC3E}">
        <ns3:creationId val="1396054460"/>
      </p:ext>
    </p:extLst>
  </p:cSld>
  <p:clrMapOvr>
    <a:masterClrMapping/>
  </p:clrMapOvr>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8C7D1BF5-87C2-48DD-AB8C-CA3CACCAD616}"/>
              </a:ext>
            </a:extLst>
          </p:cNvPr>
          <p:cNvSpPr>
            <a:spLocks noGrp="1"/>
          </p:cNvSpPr>
          <p:nvPr>
            <p:ph type="title"/>
          </p:nvPr>
        </p:nvSpPr>
        <p:spPr>
          <a:xfrm>
            <a:off x="334963" y="808073"/>
            <a:ext cx="11522075" cy="840083"/>
          </a:xfrm>
        </p:spPr>
        <p:txBody>
          <a:bodyPr/>
          <a:lstStyle/>
          <a:p>
            <a:r>
              <a:rPr lang="it-IT"/>
              <a:t>Reward model architecture</a:t>
            </a:r>
            <a:endParaRPr lang="it-IT" dirty="0"/>
          </a:p>
        </p:txBody>
      </p:sp>
      <p:sp>
        <p:nvSpPr>
          <p:cNvPr id="3" name="Segnaposto data 2">
            <a:extLst>
              <a:ext uri="{FF2B5EF4-FFF2-40B4-BE49-F238E27FC236}">
                <ns2:creationId id="{81A345C3-1AA5-4207-ADA3-AF6AA6FE4242}"/>
              </a:ext>
            </a:extLst>
          </p:cNvPr>
          <p:cNvSpPr>
            <a:spLocks noGrp="1"/>
          </p:cNvSpPr>
          <p:nvPr>
            <p:ph type="dt" sz="half" idx="10"/>
          </p:nvPr>
        </p:nvSpPr>
        <p:spPr>
          <a:xfrm>
            <a:off x="334964" y="39688"/>
            <a:ext cx="2383298" cy="365125"/>
          </a:xfrm>
        </p:spPr>
        <p:txBody>
          <a:bodyPr/>
          <a:lstStyle/>
          <a:p>
            <a:r>
              <a:rPr lang="it-IT"/>
              <a:t>POLITECNICO DI MILANO</a:t>
            </a:r>
            <a:endParaRPr lang="it-IT" dirty="0"/>
          </a:p>
        </p:txBody>
      </p:sp>
      <p:sp>
        <p:nvSpPr>
          <p:cNvPr id="4" name="Segnaposto piè di pagina 3">
            <a:extLst>
              <a:ext uri="{FF2B5EF4-FFF2-40B4-BE49-F238E27FC236}">
                <ns2:creationId id="{4EF1C5EA-D8D5-4399-9733-C7AE03BB6786}"/>
              </a:ext>
            </a:extLst>
          </p:cNvPr>
          <p:cNvSpPr>
            <a:spLocks noGrp="1"/>
          </p:cNvSpPr>
          <p:nvPr>
            <p:ph type="ftr" sz="quarter" idx="11"/>
          </p:nvPr>
        </p:nvSpPr>
        <p:spPr>
          <a:xfrm>
            <a:off x="3216274" y="39688"/>
            <a:ext cx="8023653" cy="365125"/>
          </a:xfrm>
        </p:spPr>
        <p:txBody>
          <a:bodyPr/>
          <a:lstStyle/>
          <a:p>
            <a:r>
              <a:rPr lang="it-IT"/>
              <a:t>DemoAlgorithm | MaxEnt IRL from demonstrations</a:t>
            </a:r>
            <a:endParaRPr lang="it-IT" dirty="0"/>
          </a:p>
        </p:txBody>
      </p:sp>
      <p:sp>
        <p:nvSpPr>
          <p:cNvPr id="5" name="Segnaposto numero diapositiva 4">
            <a:extLst>
              <a:ext uri="{FF2B5EF4-FFF2-40B4-BE49-F238E27FC236}">
                <ns2:creationId id="{89F921F1-17B0-49B1-BE1B-E6336170F2B3}"/>
              </a:ext>
            </a:extLst>
          </p:cNvPr>
          <p:cNvSpPr>
            <a:spLocks noGrp="1"/>
          </p:cNvSpPr>
          <p:nvPr>
            <p:ph type="sldNum" sz="quarter" idx="12"/>
          </p:nvPr>
        </p:nvSpPr>
        <p:spPr>
          <a:xfrm>
            <a:off x="10814538" y="39688"/>
            <a:ext cx="1042500" cy="365125"/>
          </a:xfrm>
        </p:spPr>
        <p:txBody>
          <a:bodyPr/>
          <a:lstStyle/>
          <a:p>
            <a:r>
              <a:rPr/>
              <a:t>11</a:t>
            </a:r>
            <a:endParaRPr lang="it-IT"/>
          </a:p>
        </p:txBody>
      </p:sp>
      <p:sp>
        <p:nvSpPr>
          <p:cNvPr id="6" name="Segnaposto testo 5">
            <a:extLst>
              <a:ext uri="{FF2B5EF4-FFF2-40B4-BE49-F238E27FC236}">
                <ns2:creationId id="{52822CAF-BA6F-4E9D-86A5-64822FC205E8}"/>
              </a:ext>
            </a:extLst>
          </p:cNvPr>
          <p:cNvSpPr>
            <a:spLocks noGrp="1"/>
          </p:cNvSpPr>
          <p:nvPr>
            <p:ph type="body" sz="quarter" idx="13"/>
          </p:nvPr>
        </p:nvSpPr>
        <p:spPr>
          <a:xfrm>
            <a:off x="334963" y="2060575"/>
            <a:ext cx="5330113" cy="4429125"/>
          </a:xfrm>
        </p:spPr>
        <p:txBody>
          <a:bodyPr/>
          <a:lstStyle/>
          <a:p>
            <a:pPr marL="285750" indent="-285750">
              <a:spcAft>
                <a:spcPts val="1200"/>
              </a:spcAft>
              <a:buFont typeface="Arial" panose="020B0604020202020204" pitchFamily="34" charset="0"/>
              <a:buChar char="•"/>
            </a:pPr>
            <a:r>
              <a:rPr lang="it-IT"/>
              <a:t>The algorithm builds a reward ensemble with make_reward_ensemble(env, ...). Each member predicts a scalar reward from observation, action, next status, and done. Training uses individual members so gradients reach each network directly.</a:t>
            </a:r>
          </a:p>
        </p:txBody>
      </p:sp>
      <p:sp>
        <p:nvSpPr>
          <p:cNvPr id="18" name="Segnaposto testo 17">
            <a:extLst>
              <a:ext uri="{FF2B5EF4-FFF2-40B4-BE49-F238E27FC236}">
                <ns2:creationId id="{83AFCC30-F706-4D1B-B7ED-E8A1D8F1793D}"/>
              </a:ext>
            </a:extLst>
          </p:cNvPr>
          <p:cNvSpPr>
            <a:spLocks noGrp="1"/>
          </p:cNvSpPr>
          <p:nvPr>
            <p:ph type="body" sz="quarter" idx="14"/>
          </p:nvPr>
        </p:nvSpPr>
        <p:spPr/>
        <p:txBody>
          <a:bodyPr/>
          <a:lstStyle/>
          <a:p>
            <a:pPr marL="285750" indent="-285750">
              <a:spcAft>
                <a:spcPts val="1200"/>
              </a:spcAft>
              <a:buFont typeface="Arial" panose="020B0604020202020204" pitchFamily="34" charset="0"/>
              <a:buChar char="•"/>
            </a:pPr>
            <a:r>
              <a:rPr lang="it-IT"/>
              <a:t>The agent consumes the ensemble prediction through reward_model.predict(...). When enabled, the current rollout is used to fit mean and standard deviation for the agent-facing reward transform, while the IRL loss continues to use raw differentiable returns.</a:t>
            </a:r>
          </a:p>
        </p:txBody>
      </p:sp>
    </p:spTree>
    <p:extLst>
      <p:ext uri="{BB962C8B-B14F-4D97-AF65-F5344CB8AC3E}">
        <ns3:creationId val="684768823"/>
      </p:ext>
    </p:extLst>
  </p:cSld>
  <p:clrMapOvr>
    <a:masterClrMapping/>
  </p:clrMapOvr>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6700E29A-B702-4952-A0AD-01765B5C8274}"/>
              </a:ext>
            </a:extLst>
          </p:cNvPr>
          <p:cNvSpPr>
            <a:spLocks noGrp="1"/>
          </p:cNvSpPr>
          <p:nvPr>
            <p:ph type="title"/>
          </p:nvPr>
        </p:nvSpPr>
        <p:spPr/>
        <p:txBody>
          <a:bodyPr/>
          <a:lstStyle/>
          <a:p>
            <a:r>
              <a:rPr lang="it-IT" dirty="0"/>
              <a:t>Inputs and configuration</a:t>
            </a:r>
          </a:p>
        </p:txBody>
      </p:sp>
      <p:sp>
        <p:nvSpPr>
          <p:cNvPr id="3" name="Segnaposto data 2">
            <a:extLst>
              <a:ext uri="{FF2B5EF4-FFF2-40B4-BE49-F238E27FC236}">
                <ns2:creationId id="{54F5AC4C-F88A-45CD-ACDD-D1D4D13D74D4}"/>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ns2:creationId id="{0E3B6436-EA9F-4661-9058-FE16EBAB79C7}"/>
              </a:ext>
            </a:extLst>
          </p:cNvPr>
          <p:cNvSpPr>
            <a:spLocks noGrp="1"/>
          </p:cNvSpPr>
          <p:nvPr>
            <p:ph type="ftr" sz="quarter" idx="11"/>
          </p:nvPr>
        </p:nvSpPr>
        <p:spPr/>
        <p:txBody>
          <a:bodyPr/>
          <a:lstStyle/>
          <a:p>
            <a:r>
              <a:rPr lang="it-IT"/>
              <a:t>DemoAlgorithm | MaxEnt IRL from demonstrations</a:t>
            </a:r>
            <a:endParaRPr lang="it-IT" dirty="0"/>
          </a:p>
        </p:txBody>
      </p:sp>
      <p:sp>
        <p:nvSpPr>
          <p:cNvPr id="5" name="Segnaposto numero diapositiva 4">
            <a:extLst>
              <a:ext uri="{FF2B5EF4-FFF2-40B4-BE49-F238E27FC236}">
                <ns2:creationId id="{B0AFC306-B4FC-47E7-AB4A-C1127F222F98}"/>
              </a:ext>
            </a:extLst>
          </p:cNvPr>
          <p:cNvSpPr>
            <a:spLocks noGrp="1"/>
          </p:cNvSpPr>
          <p:nvPr>
            <p:ph type="sldNum" sz="quarter" idx="12"/>
          </p:nvPr>
        </p:nvSpPr>
        <p:spPr/>
        <p:txBody>
          <a:bodyPr/>
          <a:lstStyle/>
          <a:p>
            <a:r>
              <a:rPr/>
              <a:t>12</a:t>
            </a:r>
            <a:endParaRPr lang="it-IT"/>
          </a:p>
        </p:txBody>
      </p:sp>
      <p:sp>
        <p:nvSpPr>
          <p:cNvPr id="6" name="Segnaposto testo 5">
            <a:extLst>
              <a:ext uri="{FF2B5EF4-FFF2-40B4-BE49-F238E27FC236}">
                <ns2:creationId id="{2BC62207-EC0E-412F-84F2-B4A20CA5DC9E}"/>
              </a:ext>
            </a:extLst>
          </p:cNvPr>
          <p:cNvSpPr>
            <a:spLocks noGrp="1"/>
          </p:cNvSpPr>
          <p:nvPr>
            <p:ph type="body" sz="quarter" idx="13"/>
          </p:nvPr>
        </p:nvSpPr>
        <p:spPr/>
        <p:txBody>
          <a:bodyPr/>
          <a:lstStyle/>
          <a:p>
            <a:r>
              <a:rPr lang="it-IT" dirty="0" err="1"/>
              <a:t>Key constructor inputs include env, agent, expert_trajectories, loss_type, reward learning rate, reward batch sizes, temperature, gamma, rollout_env, reward_model_kwargs, relabel_rewards, and normalize_agent_reward. Validation catches empty demo sets, invalid losses, nonpositive temperatures, gamma mismatches, and missing rollout_env for maxent_corrected.</a:t>
            </a:r>
            <a:endParaRPr lang="it-IT" dirty="0"/>
          </a:p>
        </p:txBody>
      </p:sp>
      <p:sp>
        <p:nvSpPr>
          <p:cNvPr id="23" name="Segnaposto testo 22">
            <a:extLst>
              <a:ext uri="{FF2B5EF4-FFF2-40B4-BE49-F238E27FC236}">
                <ns2:creationId id="{80C64E95-9C30-41D7-A2D3-FD5711B2FA42}"/>
              </a:ext>
            </a:extLst>
          </p:cNvPr>
          <p:cNvSpPr>
            <a:spLocks noGrp="1"/>
          </p:cNvSpPr>
          <p:nvPr>
            <p:ph type="body" sz="quarter" idx="14"/>
          </p:nvPr>
        </p:nvSpPr>
        <p:spPr/>
        <p:txBody>
          <a:bodyPr/>
          <a:lstStyle/>
          <a:p>
            <a:r>
              <a:rPr lang="it-IT" dirty="0" err="1"/>
              <a:t>Configs: test_demo_SAC.yaml and test_demo_PPO.yaml</a:t>
            </a:r>
            <a:endParaRPr lang="it-IT" dirty="0"/>
          </a:p>
        </p:txBody>
      </p:sp>
    </p:spTree>
    <p:extLst>
      <p:ext uri="{BB962C8B-B14F-4D97-AF65-F5344CB8AC3E}">
        <ns3:creationId val="2031243501"/>
      </p:ext>
    </p:extLst>
  </p:cSld>
  <p:clrMapOvr>
    <a:masterClrMapping/>
  </p:clrMapOvr>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35F4EB57-DD54-4C50-BC2C-87B97D34A04F}"/>
              </a:ext>
            </a:extLst>
          </p:cNvPr>
          <p:cNvSpPr>
            <a:spLocks noGrp="1"/>
          </p:cNvSpPr>
          <p:nvPr>
            <p:ph type="title"/>
          </p:nvPr>
        </p:nvSpPr>
        <p:spPr/>
        <p:txBody>
          <a:bodyPr/>
          <a:lstStyle/>
          <a:p>
            <a:r>
              <a:rPr lang="it-IT" dirty="0"/>
              <a:t>Why rollouts are central</a:t>
            </a:r>
          </a:p>
        </p:txBody>
      </p:sp>
      <p:sp>
        <p:nvSpPr>
          <p:cNvPr id="3" name="Segnaposto data 2">
            <a:extLst>
              <a:ext uri="{FF2B5EF4-FFF2-40B4-BE49-F238E27FC236}">
                <ns2:creationId id="{DFBA6795-82C7-4A04-9652-3FC40ED74245}"/>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ns2:creationId id="{459A3D1D-5786-48CC-A896-4D65D313F194}"/>
              </a:ext>
            </a:extLst>
          </p:cNvPr>
          <p:cNvSpPr>
            <a:spLocks noGrp="1"/>
          </p:cNvSpPr>
          <p:nvPr>
            <p:ph type="ftr" sz="quarter" idx="11"/>
          </p:nvPr>
        </p:nvSpPr>
        <p:spPr/>
        <p:txBody>
          <a:bodyPr/>
          <a:lstStyle/>
          <a:p>
            <a:r>
              <a:rPr lang="it-IT"/>
              <a:t>DemoAlgorithm | MaxEnt IRL from demonstrations</a:t>
            </a:r>
            <a:endParaRPr lang="it-IT" dirty="0"/>
          </a:p>
        </p:txBody>
      </p:sp>
      <p:sp>
        <p:nvSpPr>
          <p:cNvPr id="5" name="Segnaposto numero diapositiva 4">
            <a:extLst>
              <a:ext uri="{FF2B5EF4-FFF2-40B4-BE49-F238E27FC236}">
                <ns2:creationId id="{931FD3CA-743A-492D-9E6A-C3421A86CD72}"/>
              </a:ext>
            </a:extLst>
          </p:cNvPr>
          <p:cNvSpPr>
            <a:spLocks noGrp="1"/>
          </p:cNvSpPr>
          <p:nvPr>
            <p:ph type="sldNum" sz="quarter" idx="12"/>
          </p:nvPr>
        </p:nvSpPr>
        <p:spPr/>
        <p:txBody>
          <a:bodyPr/>
          <a:lstStyle/>
          <a:p>
            <a:r>
              <a:rPr/>
              <a:t>13</a:t>
            </a:r>
            <a:endParaRPr lang="it-IT"/>
          </a:p>
        </p:txBody>
      </p:sp>
      <p:sp>
        <p:nvSpPr>
          <p:cNvPr id="6" name="Segnaposto testo 5">
            <a:extLst>
              <a:ext uri="{FF2B5EF4-FFF2-40B4-BE49-F238E27FC236}">
                <ns2:creationId id="{EC7750BC-280D-4007-B570-4914E9262B2C}"/>
              </a:ext>
            </a:extLst>
          </p:cNvPr>
          <p:cNvSpPr>
            <a:spLocks noGrp="1"/>
          </p:cNvSpPr>
          <p:nvPr>
            <p:ph type="body" sz="quarter" idx="13"/>
          </p:nvPr>
        </p:nvSpPr>
        <p:spPr/>
        <p:txBody>
          <a:bodyPr>
            <a:normAutofit/>
          </a:bodyPr>
          <a:lstStyle/>
          <a:p>
            <a:r>
              <a:rPr lang="it-IT" dirty="0" err="1"/>
              <a:t>The expert dataset is fixed. The moving part is the agent distribution: each iteration produces fresh trajectories from the current policy, optionally with extra exploration. These rollouts form the negative sample set for reward learning and the evidence used by diagnostics.</a:t>
            </a:r>
          </a:p>
        </p:txBody>
      </p:sp>
      <p:sp>
        <p:nvSpPr>
          <p:cNvPr id="7" name="Segnaposto testo 6">
            <a:extLst>
              <a:ext uri="{FF2B5EF4-FFF2-40B4-BE49-F238E27FC236}">
                <ns2:creationId id="{440EC385-FA9E-4CEC-A65D-5C27454359A9}"/>
              </a:ext>
            </a:extLst>
          </p:cNvPr>
          <p:cNvSpPr>
            <a:spLocks noGrp="1"/>
          </p:cNvSpPr>
          <p:nvPr>
            <p:ph type="body" sz="quarter" idx="14"/>
          </p:nvPr>
        </p:nvSpPr>
        <p:spPr/>
        <p:txBody>
          <a:bodyPr/>
          <a:lstStyle/>
          <a:p>
            <a:r>
              <a:rPr lang="it-IT" dirty="0" err="1"/>
              <a:t>For maxent_corrected, the current rollout is also appended to background_trajectories and capped by max_background. Policy state_dict snapshots are saved so the fusion proposal can evaluate how likely each trajectory was under past policies.</a:t>
            </a:r>
            <a:endParaRPr lang="it-IT" dirty="0"/>
          </a:p>
        </p:txBody>
      </p:sp>
    </p:spTree>
    <p:extLst>
      <p:ext uri="{BB962C8B-B14F-4D97-AF65-F5344CB8AC3E}">
        <ns3:creationId val="1945072999"/>
      </p:ext>
    </p:extLst>
  </p:cSld>
  <p:clrMapOvr>
    <a:masterClrMapping/>
  </p:clrMapOvr>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033E319A-D89F-4C74-9449-89716F802418}"/>
              </a:ext>
            </a:extLst>
          </p:cNvPr>
          <p:cNvSpPr>
            <a:spLocks noGrp="1"/>
          </p:cNvSpPr>
          <p:nvPr>
            <p:ph type="title"/>
          </p:nvPr>
        </p:nvSpPr>
        <p:spPr/>
        <p:txBody>
          <a:bodyPr/>
          <a:lstStyle/>
          <a:p>
            <a:r>
              <a:rPr lang="it-IT" dirty="0" err="1"/>
              <a:t>Loss variants implemented</a:t>
            </a:r>
            <a:endParaRPr lang="it-IT" dirty="0"/>
          </a:p>
        </p:txBody>
      </p:sp>
      <p:graphicFrame>
        <p:nvGraphicFramePr>
          <p:cNvPr id="7" name="Tabella 7">
            <a:extLst>
              <a:ext uri="{FF2B5EF4-FFF2-40B4-BE49-F238E27FC236}">
                <ns2:creationId id="{8B354476-08B6-4F50-AB6C-252E0FB820A0}"/>
              </a:ext>
            </a:extLst>
          </p:cNvPr>
          <p:cNvGraphicFramePr>
            <a:graphicFrameLocks noGrp="1"/>
          </p:cNvGraphicFramePr>
          <p:nvPr>
            <p:ph idx="1"/>
            <p:extLst>
              <p:ext uri="{D42A27DB-BD31-4B8C-83A1-F6EECF244321}">
                <ns3:modId val="497946613"/>
              </p:ext>
            </p:extLst>
          </p:nvPr>
        </p:nvGraphicFramePr>
        <p:xfrm>
          <a:off x="334963" y="2060575"/>
          <a:ext cx="11522075" cy="3708400"/>
        </p:xfrm>
        <a:graphic>
          <a:graphicData uri="http://schemas.openxmlformats.org/drawingml/2006/table">
            <a:tbl>
              <a:tblPr firstRow="1" firstCol="1">
                <a:tableStyleId>{FABFCF23-3B69-468F-B69F-88F6DE6A72F2}</a:tableStyleId>
              </a:tblPr>
              <a:tblGrid>
                <a:gridCol w="2304415">
                  <a:extLst>
                    <a:ext uri="{9D8B030D-6E8A-4147-A177-3AD203B41FA5}">
                      <ns2:colId val="2566041459"/>
                    </a:ext>
                  </a:extLst>
                </a:gridCol>
                <a:gridCol w="2304415">
                  <a:extLst>
                    <a:ext uri="{9D8B030D-6E8A-4147-A177-3AD203B41FA5}">
                      <ns2:colId val="2230048493"/>
                    </a:ext>
                  </a:extLst>
                </a:gridCol>
                <a:gridCol w="2304415">
                  <a:extLst>
                    <a:ext uri="{9D8B030D-6E8A-4147-A177-3AD203B41FA5}">
                      <ns2:colId val="100590840"/>
                    </a:ext>
                  </a:extLst>
                </a:gridCol>
                <a:gridCol w="2304415">
                  <a:extLst>
                    <a:ext uri="{9D8B030D-6E8A-4147-A177-3AD203B41FA5}">
                      <ns2:colId val="2865799004"/>
                    </a:ext>
                  </a:extLst>
                </a:gridCol>
                <a:gridCol w="2304415">
                  <a:extLst>
                    <a:ext uri="{9D8B030D-6E8A-4147-A177-3AD203B41FA5}">
                      <ns2:colId val="2101492864"/>
                    </a:ext>
                  </a:extLst>
                </a:gridCol>
              </a:tblGrid>
              <a:tr h="370840">
                <a:tc>
                  <a:txBody>
                    <a:bodyPr/>
                    <a:lstStyle/>
                    <a:p>
                      <a:r>
                        <a:rPr/>
                        <a:t/>
                      </a:r>
                      <a:endParaRPr lang="it-IT" sz="1200" dirty="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r"/>
                      <a:r>
                        <a:rPr lang="it-IT" sz="1000" dirty="0"/>
                        <a:t>Objective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r"/>
                      <a:r>
                        <a:rPr lang="it-IT" sz="1000" dirty="0"/>
                        <a:t>Negative sample set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r"/>
                      <a:r>
                        <a:rPr lang="it-IT" sz="1000" dirty="0"/>
                        <a:t>Correction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r"/>
                      <a:r>
                        <a:rPr lang="it-IT" sz="1000" dirty="0"/>
                        <a:t>Return / meaning</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ns2:rowId val="2454095736"/>
                  </a:ext>
                </a:extLst>
              </a:tr>
              <a:tr h="370840">
                <a:tc>
                  <a:txBody>
                    <a:bodyPr/>
                    <a:lstStyle/>
                    <a:p>
                      <a:r>
                        <a:rPr lang="it-IT" sz="1200" dirty="0" err="1"/>
                        <a:t>demo/demo_loss</a:t>
                      </a:r>
                      <a:endParaRPr lang="it-IT" sz="1200" dirty="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Current model rollouts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None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Total return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Difference of means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38328126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000000"/>
                          </a:solidFill>
                          <a:effectLst/>
                          <a:uLnTx/>
                          <a:uFillTx/>
                          <a:latin typeface="Manrope"/>
                          <a:ea typeface="+mn-ea"/>
                          <a:cs typeface="+mn-cs"/>
                        </a:rPr>
                        <a:t>demo_corrected</a:t>
                      </a:r>
                      <a:endParaRPr kumimoji="0" lang="it-IT" sz="1200" b="1" i="0" u="none" strike="noStrike" kern="1200" cap="none" spc="0" normalizeH="0" baseline="0" noProof="0" dirty="0">
                        <a:ln>
                          <a:noFill/>
                        </a:ln>
                        <a:solidFill>
                          <a:srgbClr val="000000"/>
                        </a:solidFill>
                        <a:effectLst/>
                        <a:uLnTx/>
                        <a:uFillTx/>
                        <a:latin typeface="Manrope"/>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Paired expert/model batches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None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Per-step margin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Bounded ranking loss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94362162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000000"/>
                          </a:solidFill>
                          <a:effectLst/>
                          <a:uLnTx/>
                          <a:uFillTx/>
                          <a:latin typeface="Manrope"/>
                          <a:ea typeface="+mn-ea"/>
                          <a:cs typeface="+mn-cs"/>
                        </a:rPr>
                        <a:t>maxent</a:t>
                      </a:r>
                      <a:endParaRPr kumimoji="0" lang="it-IT" sz="1200" b="1" i="0" u="none" strike="noStrike" kern="1200" cap="none" spc="0" normalizeH="0" baseline="0" noProof="0" dirty="0">
                        <a:ln>
                          <a:noFill/>
                        </a:ln>
                        <a:solidFill>
                          <a:srgbClr val="000000"/>
                        </a:solidFill>
                        <a:effectLst/>
                        <a:uLnTx/>
                        <a:uFillTx/>
                        <a:latin typeface="Manrope"/>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Current model rollouts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None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Total return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Historical log-partition surrogate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370408229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a:ln>
                            <a:noFill/>
                          </a:ln>
                          <a:solidFill>
                            <a:srgbClr val="000000"/>
                          </a:solidFill>
                          <a:effectLst/>
                          <a:uLnTx/>
                          <a:uFillTx/>
                          <a:latin typeface="Manrope"/>
                          <a:ea typeface="+mn-ea"/>
                          <a:cs typeface="+mn-cs"/>
                        </a:rPr>
                        <a:t>maxent_2</a:t>
                      </a:r>
                      <a:endParaRPr kumimoji="0" lang="it-IT" sz="1200" b="1" i="0" u="none" strike="noStrike" kern="1200" cap="none" spc="0" normalizeH="0" baseline="0" noProof="0" dirty="0">
                        <a:ln>
                          <a:noFill/>
                        </a:ln>
                        <a:solidFill>
                          <a:srgbClr val="000000"/>
                        </a:solidFill>
                        <a:effectLst/>
                        <a:uLnTx/>
                        <a:uFillTx/>
                        <a:latin typeface="Manrope"/>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Expert + current rollouts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None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Total return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Contrastive discriminator</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33931948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000000"/>
                          </a:solidFill>
                          <a:effectLst/>
                          <a:uLnTx/>
                          <a:uFillTx/>
                          <a:latin typeface="Manrope"/>
                          <a:ea typeface="+mn-ea"/>
                          <a:cs typeface="+mn-cs"/>
                        </a:rPr>
                        <a:t>maxent_corrected</a:t>
                      </a:r>
                      <a:endParaRPr kumimoji="0" lang="it-IT" sz="1200" b="1" i="0" u="none" strike="noStrike" kern="1200" cap="none" spc="0" normalizeH="0" baseline="0" noProof="0" dirty="0">
                        <a:ln>
                          <a:noFill/>
                        </a:ln>
                        <a:solidFill>
                          <a:srgbClr val="000000"/>
                        </a:solidFill>
                        <a:effectLst/>
                        <a:uLnTx/>
                        <a:uFillTx/>
                        <a:latin typeface="Manrope"/>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Expert + accumulated rollouts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1 / q_fus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Discounted/DAC or per-step</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GCL-style MaxEnt NLL</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29224209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000000"/>
                          </a:solidFill>
                          <a:effectLst/>
                          <a:uLnTx/>
                          <a:uFillTx/>
                          <a:latin typeface="Manrope"/>
                          <a:ea typeface="+mn-ea"/>
                          <a:cs typeface="+mn-cs"/>
                        </a:rPr>
                        <a:t>Diagnostics</a:t>
                      </a:r>
                      <a:endParaRPr kumimoji="0" lang="it-IT" sz="1200" b="1" i="0" u="none" strike="noStrike" kern="1200" cap="none" spc="0" normalizeH="0" baseline="0" noProof="0" dirty="0">
                        <a:ln>
                          <a:noFill/>
                        </a:ln>
                        <a:solidFill>
                          <a:srgbClr val="000000"/>
                        </a:solidFill>
                        <a:effectLst/>
                        <a:uLnTx/>
                        <a:uFillTx/>
                        <a:latin typeface="Manrope"/>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Current + debug datasets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ESS/AUC/gaps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By status and return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Checks reward semantics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347143061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000000"/>
                          </a:solidFill>
                          <a:effectLst/>
                          <a:uLnTx/>
                          <a:uFillTx/>
                          <a:latin typeface="Manrope"/>
                          <a:ea typeface="+mn-ea"/>
                          <a:cs typeface="+mn-cs"/>
                        </a:rPr>
                        <a:t>SAC/PPO path</a:t>
                      </a:r>
                      <a:endParaRPr kumimoji="0" lang="it-IT" sz="1200" b="1" i="0" u="none" strike="noStrike" kern="1200" cap="none" spc="0" normalizeH="0" baseline="0" noProof="0" dirty="0">
                        <a:ln>
                          <a:noFill/>
                        </a:ln>
                        <a:solidFill>
                          <a:srgbClr val="000000"/>
                        </a:solidFill>
                        <a:effectLst/>
                        <a:uLnTx/>
                        <a:uFillTx/>
                        <a:latin typeface="Manrope"/>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Replay buffer</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Optional relabel</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Mean/std for agent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Trains policy on learned reward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186140117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000000"/>
                          </a:solidFill>
                          <a:effectLst/>
                          <a:uLnTx/>
                          <a:uFillTx/>
                          <a:latin typeface="Manrope"/>
                          <a:ea typeface="+mn-ea"/>
                          <a:cs typeface="+mn-cs"/>
                        </a:rPr>
                        <a:t>Checkpointing</a:t>
                      </a:r>
                      <a:endParaRPr kumimoji="0" lang="it-IT" sz="1200" b="1" i="0" u="none" strike="noStrike" kern="1200" cap="none" spc="0" normalizeH="0" baseline="0" noProof="0" dirty="0">
                        <a:ln>
                          <a:noFill/>
                        </a:ln>
                        <a:solidFill>
                          <a:srgbClr val="000000"/>
                        </a:solidFill>
                        <a:effectLst/>
                        <a:uLnTx/>
                        <a:uFillTx/>
                        <a:latin typeface="Manrope"/>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Every N iterations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Reward + agent + replay</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Iteration metadata</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Resume/debug experiments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29815230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000000"/>
                          </a:solidFill>
                          <a:effectLst/>
                          <a:uLnTx/>
                          <a:uFillTx/>
                          <a:latin typeface="Manrope"/>
                          <a:ea typeface="+mn-ea"/>
                          <a:cs typeface="+mn-cs"/>
                        </a:rPr>
                        <a:t>Reports</a:t>
                      </a:r>
                      <a:endParaRPr kumimoji="0" lang="it-IT" sz="1200" b="1" i="0" u="none" strike="noStrike" kern="1200" cap="none" spc="0" normalizeH="0" baseline="0" noProof="0" dirty="0">
                        <a:ln>
                          <a:noFill/>
                        </a:ln>
                        <a:solidFill>
                          <a:srgbClr val="000000"/>
                        </a:solidFill>
                        <a:effectLst/>
                        <a:uLnTx/>
                        <a:uFillTx/>
                        <a:latin typeface="Manrope"/>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W&amp;B exported runs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Manual analysis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Outcome summaries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Used for this deck</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2093601869"/>
                  </a:ext>
                </a:extLst>
              </a:tr>
            </a:tbl>
          </a:graphicData>
        </a:graphic>
      </p:graphicFrame>
      <p:sp>
        <p:nvSpPr>
          <p:cNvPr id="4" name="Segnaposto data 3">
            <a:extLst>
              <a:ext uri="{FF2B5EF4-FFF2-40B4-BE49-F238E27FC236}">
                <ns2:creationId id="{C47AB3C3-16F1-401B-AC7F-30A4BC026F01}"/>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ns2:creationId id="{8781B543-27FA-40BF-80D2-70A5C86F500E}"/>
              </a:ext>
            </a:extLst>
          </p:cNvPr>
          <p:cNvSpPr>
            <a:spLocks noGrp="1"/>
          </p:cNvSpPr>
          <p:nvPr>
            <p:ph type="ftr" sz="quarter" idx="11"/>
          </p:nvPr>
        </p:nvSpPr>
        <p:spPr/>
        <p:txBody>
          <a:bodyPr/>
          <a:lstStyle/>
          <a:p>
            <a:r>
              <a:rPr lang="it-IT"/>
              <a:t>DemoAlgorithm | MaxEnt IRL from demonstrations</a:t>
            </a:r>
          </a:p>
        </p:txBody>
      </p:sp>
      <p:sp>
        <p:nvSpPr>
          <p:cNvPr id="6" name="Segnaposto numero diapositiva 5">
            <a:extLst>
              <a:ext uri="{FF2B5EF4-FFF2-40B4-BE49-F238E27FC236}">
                <ns2:creationId id="{B1504F4F-CE2E-44A4-B26C-9838CBD28DB8}"/>
              </a:ext>
            </a:extLst>
          </p:cNvPr>
          <p:cNvSpPr>
            <a:spLocks noGrp="1"/>
          </p:cNvSpPr>
          <p:nvPr>
            <p:ph type="sldNum" sz="quarter" idx="12"/>
          </p:nvPr>
        </p:nvSpPr>
        <p:spPr/>
        <p:txBody>
          <a:bodyPr/>
          <a:lstStyle/>
          <a:p>
            <a:r>
              <a:rPr/>
              <a:t>14</a:t>
            </a:r>
            <a:endParaRPr lang="it-IT"/>
          </a:p>
        </p:txBody>
      </p:sp>
      <p:sp>
        <p:nvSpPr>
          <p:cNvPr id="3" name="Segnaposto testo 2">
            <a:extLst>
              <a:ext uri="{FF2B5EF4-FFF2-40B4-BE49-F238E27FC236}">
                <ns2:creationId id="{82DD8DB8-7A60-4AD5-9278-CF4889D2C0CB}"/>
              </a:ext>
            </a:extLst>
          </p:cNvPr>
          <p:cNvSpPr>
            <a:spLocks noGrp="1"/>
          </p:cNvSpPr>
          <p:nvPr>
            <p:ph type="body" sz="quarter" idx="16"/>
          </p:nvPr>
        </p:nvSpPr>
        <p:spPr/>
        <p:txBody>
          <a:bodyPr/>
          <a:lstStyle/>
          <a:p>
            <a:r>
              <a:rPr lang="it-IT" dirty="0"/>
              <a:t>All objectives train the same reward model; the choice changes the meaning of the negative phase.</a:t>
            </a:r>
          </a:p>
        </p:txBody>
      </p:sp>
    </p:spTree>
    <p:extLst>
      <p:ext uri="{BB962C8B-B14F-4D97-AF65-F5344CB8AC3E}">
        <ns3:creationId val="1717373688"/>
      </p:ext>
    </p:extLst>
  </p:cSld>
  <p:clrMapOvr>
    <a:masterClrMapping/>
  </p:clrMapOvr>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033E319A-D89F-4C74-9449-89716F802418}"/>
              </a:ext>
            </a:extLst>
          </p:cNvPr>
          <p:cNvSpPr>
            <a:spLocks noGrp="1"/>
          </p:cNvSpPr>
          <p:nvPr>
            <p:ph type="title"/>
          </p:nvPr>
        </p:nvSpPr>
        <p:spPr/>
        <p:txBody>
          <a:bodyPr/>
          <a:lstStyle/>
          <a:p>
            <a:r>
              <a:rPr lang="it-IT" dirty="0" err="1"/>
              <a:t>Diagnostics</a:t>
            </a:r>
          </a:p>
        </p:txBody>
      </p:sp>
      <p:sp>
        <p:nvSpPr>
          <p:cNvPr id="4" name="Segnaposto data 3">
            <a:extLst>
              <a:ext uri="{FF2B5EF4-FFF2-40B4-BE49-F238E27FC236}">
                <ns2:creationId id="{C47AB3C3-16F1-401B-AC7F-30A4BC026F01}"/>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ns2:creationId id="{8781B543-27FA-40BF-80D2-70A5C86F500E}"/>
              </a:ext>
            </a:extLst>
          </p:cNvPr>
          <p:cNvSpPr>
            <a:spLocks noGrp="1"/>
          </p:cNvSpPr>
          <p:nvPr>
            <p:ph type="ftr" sz="quarter" idx="11"/>
          </p:nvPr>
        </p:nvSpPr>
        <p:spPr/>
        <p:txBody>
          <a:bodyPr/>
          <a:lstStyle/>
          <a:p>
            <a:r>
              <a:rPr lang="it-IT"/>
              <a:t>DemoAlgorithm | MaxEnt IRL from demonstrations</a:t>
            </a:r>
          </a:p>
        </p:txBody>
      </p:sp>
      <p:sp>
        <p:nvSpPr>
          <p:cNvPr id="6" name="Segnaposto numero diapositiva 5">
            <a:extLst>
              <a:ext uri="{FF2B5EF4-FFF2-40B4-BE49-F238E27FC236}">
                <ns2:creationId id="{B1504F4F-CE2E-44A4-B26C-9838CBD28DB8}"/>
              </a:ext>
            </a:extLst>
          </p:cNvPr>
          <p:cNvSpPr>
            <a:spLocks noGrp="1"/>
          </p:cNvSpPr>
          <p:nvPr>
            <p:ph type="sldNum" sz="quarter" idx="12"/>
          </p:nvPr>
        </p:nvSpPr>
        <p:spPr/>
        <p:txBody>
          <a:bodyPr/>
          <a:lstStyle/>
          <a:p>
            <a:r>
              <a:rPr/>
              <a:t>15</a:t>
            </a:r>
            <a:endParaRPr lang="it-IT"/>
          </a:p>
        </p:txBody>
      </p:sp>
      <p:sp>
        <p:nvSpPr>
          <p:cNvPr id="3" name="Segnaposto testo 2">
            <a:extLst>
              <a:ext uri="{FF2B5EF4-FFF2-40B4-BE49-F238E27FC236}">
                <ns2:creationId id="{F18BB54F-418E-49F1-9AA7-95A802981952}"/>
              </a:ext>
            </a:extLst>
          </p:cNvPr>
          <p:cNvSpPr>
            <a:spLocks noGrp="1"/>
          </p:cNvSpPr>
          <p:nvPr>
            <p:ph type="body" sz="quarter" idx="13"/>
          </p:nvPr>
        </p:nvSpPr>
        <p:spPr/>
        <p:txBody>
          <a:bodyPr/>
          <a:lstStyle/>
          <a:p>
            <a:r>
              <a:rPr lang="it-IT" dirty="0" err="1"/>
              <a:t>Signals used to tell task success apart from real imitation.</a:t>
            </a:r>
            <a:endParaRPr lang="it-IT" dirty="0"/>
          </a:p>
        </p:txBody>
      </p:sp>
      <p:graphicFrame>
        <p:nvGraphicFramePr>
          <p:cNvPr id="7" name="Tabella 7">
            <a:extLst>
              <a:ext uri="{FF2B5EF4-FFF2-40B4-BE49-F238E27FC236}">
                <ns2:creationId id="{8B354476-08B6-4F50-AB6C-252E0FB820A0}"/>
              </a:ext>
            </a:extLst>
          </p:cNvPr>
          <p:cNvGraphicFramePr>
            <a:graphicFrameLocks noGrp="1"/>
          </p:cNvGraphicFramePr>
          <p:nvPr>
            <p:ph sz="quarter" idx="15"/>
            <p:extLst>
              <p:ext uri="{D42A27DB-BD31-4B8C-83A1-F6EECF244321}">
                <ns3:modId val="1392869508"/>
              </p:ext>
            </p:extLst>
          </p:nvPr>
        </p:nvGraphicFramePr>
        <p:xfrm>
          <a:off x="3216275" y="2060575"/>
          <a:ext cx="8640760" cy="3708400"/>
        </p:xfrm>
        <a:graphic>
          <a:graphicData uri="http://schemas.openxmlformats.org/drawingml/2006/table">
            <a:tbl>
              <a:tblPr firstRow="1" firstCol="1">
                <a:tableStyleId>{FABFCF23-3B69-468F-B69F-88F6DE6A72F2}</a:tableStyleId>
              </a:tblPr>
              <a:tblGrid>
                <a:gridCol w="1728152">
                  <a:extLst>
                    <a:ext uri="{9D8B030D-6E8A-4147-A177-3AD203B41FA5}">
                      <ns2:colId val="2566041459"/>
                    </a:ext>
                  </a:extLst>
                </a:gridCol>
                <a:gridCol w="1728152">
                  <a:extLst>
                    <a:ext uri="{9D8B030D-6E8A-4147-A177-3AD203B41FA5}">
                      <ns2:colId val="2230048493"/>
                    </a:ext>
                  </a:extLst>
                </a:gridCol>
                <a:gridCol w="1728152">
                  <a:extLst>
                    <a:ext uri="{9D8B030D-6E8A-4147-A177-3AD203B41FA5}">
                      <ns2:colId val="100590840"/>
                    </a:ext>
                  </a:extLst>
                </a:gridCol>
                <a:gridCol w="1728152">
                  <a:extLst>
                    <a:ext uri="{9D8B030D-6E8A-4147-A177-3AD203B41FA5}">
                      <ns2:colId val="2865799004"/>
                    </a:ext>
                  </a:extLst>
                </a:gridCol>
                <a:gridCol w="1728152">
                  <a:extLst>
                    <a:ext uri="{9D8B030D-6E8A-4147-A177-3AD203B41FA5}">
                      <ns2:colId val="2101492864"/>
                    </a:ext>
                  </a:extLst>
                </a:gridCol>
              </a:tblGrid>
              <a:tr h="370840">
                <a:tc>
                  <a:txBody>
                    <a:bodyPr/>
                    <a:lstStyle/>
                    <a:p>
                      <a:r>
                        <a:rPr/>
                        <a:t/>
                      </a:r>
                      <a:endParaRPr lang="it-IT" sz="1200" dirty="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r"/>
                      <a:r>
                        <a:rPr lang="it-IT" sz="1000" dirty="0"/>
                        <a:t>Primary signal</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r"/>
                      <a:r>
                        <a:rPr lang="it-IT" sz="1000" dirty="0"/>
                        <a:t>Expected direction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r"/>
                      <a:r>
                        <a:rPr lang="it-IT" sz="1000" dirty="0"/>
                        <a:t>Failure mode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r"/>
                      <a:r>
                        <a:rPr lang="it-IT" sz="1000" dirty="0"/>
                        <a:t>Where logged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ns2:rowId val="2454095736"/>
                  </a:ext>
                </a:extLst>
              </a:tr>
              <a:tr h="370840">
                <a:tc>
                  <a:txBody>
                    <a:bodyPr/>
                    <a:lstStyle/>
                    <a:p>
                      <a:r>
                        <a:rPr lang="it-IT" sz="1200" dirty="0" err="1"/>
                        <a:t>Rollout outcome</a:t>
                      </a:r>
                      <a:endParaRPr lang="it-IT" sz="1200" dirty="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success/collisions/true reward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Success up, collisions down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Task exploit despite bad reward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agent/* and rollout/*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38328126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000000"/>
                          </a:solidFill>
                          <a:effectLst/>
                          <a:uLnTx/>
                          <a:uFillTx/>
                          <a:latin typeface="Manrope"/>
                          <a:ea typeface="+mn-ea"/>
                          <a:cs typeface="+mn-cs"/>
                        </a:rPr>
                        <a:t>Reward semantics</a:t>
                      </a:r>
                      <a:endParaRPr kumimoji="0" lang="it-IT" sz="1200" b="1" i="0" u="none" strike="noStrike" kern="1200" cap="none" spc="0" normalizeH="0" baseline="0" noProof="0" dirty="0">
                        <a:ln>
                          <a:noFill/>
                        </a:ln>
                        <a:solidFill>
                          <a:srgbClr val="000000"/>
                        </a:solidFill>
                        <a:effectLst/>
                        <a:uLnTx/>
                        <a:uFillTx/>
                        <a:latin typeface="Manrope"/>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arrived/collided/running gaps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Arrived above failures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Reward does not generalize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reward_val/*</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94362162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000000"/>
                          </a:solidFill>
                          <a:effectLst/>
                          <a:uLnTx/>
                          <a:uFillTx/>
                          <a:latin typeface="Manrope"/>
                          <a:ea typeface="+mn-ea"/>
                          <a:cs typeface="+mn-cs"/>
                        </a:rPr>
                        <a:t>Imitation</a:t>
                      </a:r>
                      <a:endParaRPr kumimoji="0" lang="it-IT" sz="1200" b="1" i="0" u="none" strike="noStrike" kern="1200" cap="none" spc="0" normalizeH="0" baseline="0" noProof="0" dirty="0">
                        <a:ln>
                          <a:noFill/>
                        </a:ln>
                        <a:solidFill>
                          <a:srgbClr val="000000"/>
                        </a:solidFill>
                        <a:effectLst/>
                        <a:uLnTx/>
                        <a:uFillTx/>
                        <a:latin typeface="Manrope"/>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state-action AUC</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Toward 0.5</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Agent separable from expert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imitation/*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370408229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000000"/>
                          </a:solidFill>
                          <a:effectLst/>
                          <a:uLnTx/>
                          <a:uFillTx/>
                          <a:latin typeface="Manrope"/>
                          <a:ea typeface="+mn-ea"/>
                          <a:cs typeface="+mn-cs"/>
                        </a:rPr>
                        <a:t>MaxEnt stability</a:t>
                      </a:r>
                      <a:endParaRPr kumimoji="0" lang="it-IT" sz="1200" b="1" i="0" u="none" strike="noStrike" kern="1200" cap="none" spc="0" normalizeH="0" baseline="0" noProof="0" dirty="0">
                        <a:ln>
                          <a:noFill/>
                        </a:ln>
                        <a:solidFill>
                          <a:srgbClr val="000000"/>
                        </a:solidFill>
                        <a:effectLst/>
                        <a:uLnTx/>
                        <a:uFillTx/>
                        <a:latin typeface="Manrope"/>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ESS, top-1 weight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Higher ESS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One trajectory dominates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reward/maxent*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33931948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000000"/>
                          </a:solidFill>
                          <a:effectLst/>
                          <a:uLnTx/>
                          <a:uFillTx/>
                          <a:latin typeface="Manrope"/>
                          <a:ea typeface="+mn-ea"/>
                          <a:cs typeface="+mn-cs"/>
                        </a:rPr>
                        <a:t>Replay relabel</a:t>
                      </a:r>
                      <a:endParaRPr kumimoji="0" lang="it-IT" sz="1200" b="1" i="0" u="none" strike="noStrike" kern="1200" cap="none" spc="0" normalizeH="0" baseline="0" noProof="0" dirty="0">
                        <a:ln>
                          <a:noFill/>
                        </a:ln>
                        <a:solidFill>
                          <a:srgbClr val="000000"/>
                        </a:solidFill>
                        <a:effectLst/>
                        <a:uLnTx/>
                        <a:uFillTx/>
                        <a:latin typeface="Manrope"/>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staleness ratio/correlation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Drift down, corr up</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Critic sees stale rewards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replay_relabel_debug/*</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29224209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000000"/>
                          </a:solidFill>
                          <a:effectLst/>
                          <a:uLnTx/>
                          <a:uFillTx/>
                          <a:latin typeface="Manrope"/>
                          <a:ea typeface="+mn-ea"/>
                          <a:cs typeface="+mn-cs"/>
                        </a:rPr>
                        <a:t>Reward scale</a:t>
                      </a:r>
                      <a:endParaRPr kumimoji="0" lang="it-IT" sz="1200" b="1" i="0" u="none" strike="noStrike" kern="1200" cap="none" spc="0" normalizeH="0" baseline="0" noProof="0" dirty="0">
                        <a:ln>
                          <a:noFill/>
                        </a:ln>
                        <a:solidFill>
                          <a:srgbClr val="000000"/>
                        </a:solidFill>
                        <a:effectLst/>
                        <a:uLnTx/>
                        <a:uFillTx/>
                        <a:latin typeface="Manrope"/>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grad/weight norm</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Finite and stable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Exploding discriminator</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reward/*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347143061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000000"/>
                          </a:solidFill>
                          <a:effectLst/>
                          <a:uLnTx/>
                          <a:uFillTx/>
                          <a:latin typeface="Manrope"/>
                          <a:ea typeface="+mn-ea"/>
                          <a:cs typeface="+mn-cs"/>
                        </a:rPr>
                        <a:t>Runtime</a:t>
                      </a:r>
                      <a:endParaRPr kumimoji="0" lang="it-IT" sz="1200" b="1" i="0" u="none" strike="noStrike" kern="1200" cap="none" spc="0" normalizeH="0" baseline="0" noProof="0" dirty="0">
                        <a:ln>
                          <a:noFill/>
                        </a:ln>
                        <a:solidFill>
                          <a:srgbClr val="000000"/>
                        </a:solidFill>
                        <a:effectLst/>
                        <a:uLnTx/>
                        <a:uFillTx/>
                        <a:latin typeface="Manrope"/>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train/sample seconds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Stable profile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Bottlenecks or stalls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time/*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186140117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000000"/>
                          </a:solidFill>
                          <a:effectLst/>
                          <a:uLnTx/>
                          <a:uFillTx/>
                          <a:latin typeface="Manrope"/>
                          <a:ea typeface="+mn-ea"/>
                          <a:cs typeface="+mn-cs"/>
                        </a:rPr>
                        <a:t>Debug dataset</a:t>
                      </a:r>
                      <a:endParaRPr kumimoji="0" lang="it-IT" sz="1200" b="1" i="0" u="none" strike="noStrike" kern="1200" cap="none" spc="0" normalizeH="0" baseline="0" noProof="0" dirty="0">
                        <a:ln>
                          <a:noFill/>
                        </a:ln>
                        <a:solidFill>
                          <a:srgbClr val="000000"/>
                        </a:solidFill>
                        <a:effectLst/>
                        <a:uLnTx/>
                        <a:uFillTx/>
                        <a:latin typeface="Manrope"/>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Spearman/gaps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Robust out-of-rollout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Overfits current policy</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reward_val/debug_dataset/*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29815230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err="1">
                          <a:ln>
                            <a:noFill/>
                          </a:ln>
                          <a:solidFill>
                            <a:srgbClr val="000000"/>
                          </a:solidFill>
                          <a:effectLst/>
                          <a:uLnTx/>
                          <a:uFillTx/>
                          <a:latin typeface="Manrope"/>
                          <a:ea typeface="+mn-ea"/>
                          <a:cs typeface="+mn-cs"/>
                        </a:rPr>
                        <a:t>Checkpoints</a:t>
                      </a:r>
                      <a:endParaRPr kumimoji="0" lang="it-IT" sz="1200" b="1" i="0" u="none" strike="noStrike" kern="1200" cap="none" spc="0" normalizeH="0" baseline="0" noProof="0" dirty="0">
                        <a:ln>
                          <a:noFill/>
                        </a:ln>
                        <a:solidFill>
                          <a:srgbClr val="000000"/>
                        </a:solidFill>
                        <a:effectLst/>
                        <a:uLnTx/>
                        <a:uFillTx/>
                        <a:latin typeface="Manrope"/>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reward_model.pt + agent.zip</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Recoverable state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Missing replay history</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r"/>
                      <a:r>
                        <a:rPr lang="it-IT" sz="1200" dirty="0"/>
                        <a:t>checkpoint_XXXX/</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ns2:rowId val="2093601869"/>
                  </a:ext>
                </a:extLst>
              </a:tr>
            </a:tbl>
          </a:graphicData>
        </a:graphic>
      </p:graphicFrame>
      <p:sp>
        <p:nvSpPr>
          <p:cNvPr id="8" name="Segnaposto testo 7">
            <a:extLst>
              <a:ext uri="{FF2B5EF4-FFF2-40B4-BE49-F238E27FC236}">
                <ns2:creationId id="{B4DFB5A2-8B5F-4F44-8560-0D22A2E45513}"/>
              </a:ext>
            </a:extLst>
          </p:cNvPr>
          <p:cNvSpPr>
            <a:spLocks noGrp="1"/>
          </p:cNvSpPr>
          <p:nvPr>
            <p:ph type="body" sz="quarter" idx="16"/>
          </p:nvPr>
        </p:nvSpPr>
        <p:spPr/>
        <p:txBody>
          <a:bodyPr/>
          <a:lstStyle/>
          <a:p>
            <a:r>
              <a:rPr lang="it-IT" dirty="0"/>
              <a:t/>
            </a:r>
          </a:p>
        </p:txBody>
      </p:sp>
    </p:spTree>
    <p:extLst>
      <p:ext uri="{BB962C8B-B14F-4D97-AF65-F5344CB8AC3E}">
        <ns3:creationId val="2057381274"/>
      </p:ext>
    </p:extLst>
  </p:cSld>
  <p:clrMapOvr>
    <a:masterClrMapping/>
  </p:clrMapOvr>
</p:sld>
</file>

<file path=ppt/slides/slide16.xml><?xml version="1.0" encoding="utf-8"?>
<p:sld xmlns:a="http://schemas.openxmlformats.org/drawingml/2006/main" xmlns:ns2="http://schemas.microsoft.com/office/drawing/2014/main" xmlns:ns3="http://schemas.microsoft.com/office/powerpoint/2010/main" xmlns:ns4="http://schemas.openxmlformats.org/drawingml/2006/chart" xmlns:ns5="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A9EA024F-397F-4B34-9B5A-9C471DB05C73}"/>
              </a:ext>
            </a:extLst>
          </p:cNvPr>
          <p:cNvSpPr>
            <a:spLocks noGrp="1"/>
          </p:cNvSpPr>
          <p:nvPr>
            <p:ph type="title"/>
          </p:nvPr>
        </p:nvSpPr>
        <p:spPr/>
        <p:txBody>
          <a:bodyPr/>
          <a:lstStyle/>
          <a:p>
            <a:r>
              <a:rPr lang="it-IT" dirty="0"/>
              <a:t>Reported result: maxent_2 solves the task but does not imitate</a:t>
            </a:r>
          </a:p>
        </p:txBody>
      </p:sp>
      <p:graphicFrame>
        <p:nvGraphicFramePr>
          <p:cNvPr id="13" name="Segnaposto contenuto 12">
            <a:extLst>
              <a:ext uri="{FF2B5EF4-FFF2-40B4-BE49-F238E27FC236}">
                <ns2:creationId id="{CAB9A71E-B46B-48C0-BFE1-8D0FAD449DC4}"/>
              </a:ext>
            </a:extLst>
          </p:cNvPr>
          <p:cNvGraphicFramePr>
            <a:graphicFrameLocks noGrp="1"/>
          </p:cNvGraphicFramePr>
          <p:nvPr>
            <p:ph idx="1"/>
            <p:extLst>
              <p:ext uri="{D42A27DB-BD31-4B8C-83A1-F6EECF244321}">
                <ns3:modId val="1516034194"/>
              </p:ext>
            </p:extLst>
          </p:nvPr>
        </p:nvGraphicFramePr>
        <p:xfrm>
          <a:off x="334963" y="2060575"/>
          <a:ext cx="11522075" cy="4146550"/>
        </p:xfrm>
        <a:graphic>
          <a:graphicData uri="http://schemas.openxmlformats.org/drawingml/2006/chart">
            <ns4:chart ns5:id="rId2"/>
          </a:graphicData>
        </a:graphic>
      </p:graphicFrame>
      <p:sp>
        <p:nvSpPr>
          <p:cNvPr id="4" name="Segnaposto data 3">
            <a:extLst>
              <a:ext uri="{FF2B5EF4-FFF2-40B4-BE49-F238E27FC236}">
                <ns2:creationId id="{6CA864CA-13EC-4D55-B63D-CAA39D6C6264}"/>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ns2:creationId id="{9CCD554D-9FC0-4D68-AC72-AE3C95194B97}"/>
              </a:ext>
            </a:extLst>
          </p:cNvPr>
          <p:cNvSpPr>
            <a:spLocks noGrp="1"/>
          </p:cNvSpPr>
          <p:nvPr>
            <p:ph type="ftr" sz="quarter" idx="11"/>
          </p:nvPr>
        </p:nvSpPr>
        <p:spPr/>
        <p:txBody>
          <a:bodyPr/>
          <a:lstStyle/>
          <a:p>
            <a:r>
              <a:rPr lang="it-IT"/>
              <a:t>DemoAlgorithm | MaxEnt IRL from demonstrations</a:t>
            </a:r>
          </a:p>
        </p:txBody>
      </p:sp>
      <p:sp>
        <p:nvSpPr>
          <p:cNvPr id="6" name="Segnaposto numero diapositiva 5">
            <a:extLst>
              <a:ext uri="{FF2B5EF4-FFF2-40B4-BE49-F238E27FC236}">
                <ns2:creationId id="{08BC3752-7881-4FE5-8377-3A55DE1DBCD0}"/>
              </a:ext>
            </a:extLst>
          </p:cNvPr>
          <p:cNvSpPr>
            <a:spLocks noGrp="1"/>
          </p:cNvSpPr>
          <p:nvPr>
            <p:ph type="sldNum" sz="quarter" idx="12"/>
          </p:nvPr>
        </p:nvSpPr>
        <p:spPr/>
        <p:txBody>
          <a:bodyPr/>
          <a:lstStyle/>
          <a:p>
            <a:r>
              <a:rPr/>
              <a:t>16</a:t>
            </a:r>
            <a:endParaRPr lang="it-IT"/>
          </a:p>
        </p:txBody>
      </p:sp>
      <p:sp>
        <p:nvSpPr>
          <p:cNvPr id="14" name="Segnaposto testo 13">
            <a:extLst>
              <a:ext uri="{FF2B5EF4-FFF2-40B4-BE49-F238E27FC236}">
                <ns2:creationId id="{B737F259-CDAD-44F7-9554-75C8BC48D299}"/>
              </a:ext>
            </a:extLst>
          </p:cNvPr>
          <p:cNvSpPr>
            <a:spLocks noGrp="1"/>
          </p:cNvSpPr>
          <p:nvPr>
            <p:ph type="body" sz="quarter" idx="16"/>
          </p:nvPr>
        </p:nvSpPr>
        <p:spPr/>
        <p:txBody>
          <a:bodyPr/>
          <a:lstStyle/>
          <a:p>
            <a:r>
              <a:rPr lang="it-IT" dirty="0"/>
              <a:t>Source: REPORT_maxent2_no_imitation.html</a:t>
            </a:r>
          </a:p>
        </p:txBody>
      </p:sp>
    </p:spTree>
    <p:extLst>
      <p:ext uri="{BB962C8B-B14F-4D97-AF65-F5344CB8AC3E}">
        <ns3:creationId val="664636158"/>
      </p:ext>
    </p:extLst>
  </p:cSld>
  <p:clrMapOvr>
    <a:masterClrMapping/>
  </p:clrMapOvr>
</p:sld>
</file>

<file path=ppt/slides/slide17.xml><?xml version="1.0" encoding="utf-8"?>
<p:sld xmlns:a="http://schemas.openxmlformats.org/drawingml/2006/main" xmlns:ns2="http://schemas.microsoft.com/office/drawing/2014/main" xmlns:ns3="http://schemas.microsoft.com/office/powerpoint/2010/main" xmlns:ns4="http://schemas.openxmlformats.org/drawingml/2006/chart" xmlns:ns5="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a:extLst>
              <a:ext uri="{FF2B5EF4-FFF2-40B4-BE49-F238E27FC236}">
                <ns2:creationId id="{02F3C092-A060-47AD-A7DF-806B1EBF7299}"/>
              </a:ext>
            </a:extLst>
          </p:cNvPr>
          <p:cNvSpPr>
            <a:spLocks noGrp="1"/>
          </p:cNvSpPr>
          <p:nvPr>
            <p:ph type="title"/>
          </p:nvPr>
        </p:nvSpPr>
        <p:spPr/>
        <p:txBody>
          <a:bodyPr/>
          <a:lstStyle/>
          <a:p>
            <a:r>
              <a:rPr lang="it-IT" dirty="0"/>
              <a:t>maxent_2 results</a:t>
            </a:r>
          </a:p>
        </p:txBody>
      </p:sp>
      <p:sp>
        <p:nvSpPr>
          <p:cNvPr id="3" name="Segnaposto data 2">
            <a:extLst>
              <a:ext uri="{FF2B5EF4-FFF2-40B4-BE49-F238E27FC236}">
                <ns2:creationId id="{B4185EEC-99F5-402A-BFC9-893B9D7A7369}"/>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ns2:creationId id="{C5265B58-26ED-481F-9327-E79758C6EBF0}"/>
              </a:ext>
            </a:extLst>
          </p:cNvPr>
          <p:cNvSpPr>
            <a:spLocks noGrp="1"/>
          </p:cNvSpPr>
          <p:nvPr>
            <p:ph type="ftr" sz="quarter" idx="11"/>
          </p:nvPr>
        </p:nvSpPr>
        <p:spPr/>
        <p:txBody>
          <a:bodyPr/>
          <a:lstStyle/>
          <a:p>
            <a:r>
              <a:rPr lang="it-IT"/>
              <a:t>DemoAlgorithm | MaxEnt IRL from demonstrations</a:t>
            </a:r>
            <a:endParaRPr lang="it-IT" dirty="0"/>
          </a:p>
        </p:txBody>
      </p:sp>
      <p:sp>
        <p:nvSpPr>
          <p:cNvPr id="5" name="Segnaposto numero diapositiva 4">
            <a:extLst>
              <a:ext uri="{FF2B5EF4-FFF2-40B4-BE49-F238E27FC236}">
                <ns2:creationId id="{A5C3048B-A475-42D8-93B7-8D151185061C}"/>
              </a:ext>
            </a:extLst>
          </p:cNvPr>
          <p:cNvSpPr>
            <a:spLocks noGrp="1"/>
          </p:cNvSpPr>
          <p:nvPr>
            <p:ph type="sldNum" sz="quarter" idx="12"/>
          </p:nvPr>
        </p:nvSpPr>
        <p:spPr/>
        <p:txBody>
          <a:bodyPr/>
          <a:lstStyle/>
          <a:p>
            <a:r>
              <a:rPr/>
              <a:t>17</a:t>
            </a:r>
            <a:endParaRPr lang="it-IT"/>
          </a:p>
        </p:txBody>
      </p:sp>
      <p:sp>
        <p:nvSpPr>
          <p:cNvPr id="12" name="Segnaposto testo 11">
            <a:extLst>
              <a:ext uri="{FF2B5EF4-FFF2-40B4-BE49-F238E27FC236}">
                <ns2:creationId id="{894592A3-0A09-48A6-B78F-1F965F4948CC}"/>
              </a:ext>
            </a:extLst>
          </p:cNvPr>
          <p:cNvSpPr>
            <a:spLocks noGrp="1"/>
          </p:cNvSpPr>
          <p:nvPr>
            <p:ph type="body" sz="quarter" idx="13"/>
          </p:nvPr>
        </p:nvSpPr>
        <p:spPr/>
        <p:txBody>
          <a:bodyPr/>
          <a:lstStyle/>
          <a:p>
            <a:r>
              <a:rPr lang="it-IT" dirty="0" err="1"/>
              <a:t>Run summary: success about 0.85 and fast_return about +43, but state-action AUC stayed near 0.68. The agent solved the task without matching expert behavior.</a:t>
            </a:r>
            <a:endParaRPr lang="it-IT" dirty="0"/>
          </a:p>
        </p:txBody>
      </p:sp>
      <p:graphicFrame>
        <p:nvGraphicFramePr>
          <p:cNvPr id="10" name="Segnaposto contenuto 9">
            <a:extLst>
              <a:ext uri="{FF2B5EF4-FFF2-40B4-BE49-F238E27FC236}">
                <ns2:creationId id="{3E6A9252-E6F2-4D7E-AA89-329F0009C262}"/>
              </a:ext>
            </a:extLst>
          </p:cNvPr>
          <p:cNvGraphicFramePr>
            <a:graphicFrameLocks noGrp="1"/>
          </p:cNvGraphicFramePr>
          <p:nvPr>
            <p:ph sz="quarter" idx="15"/>
            <p:extLst>
              <p:ext uri="{D42A27DB-BD31-4B8C-83A1-F6EECF244321}">
                <ns3:modId val="764321701"/>
              </p:ext>
            </p:extLst>
          </p:nvPr>
        </p:nvGraphicFramePr>
        <p:xfrm>
          <a:off x="3216275" y="2060575"/>
          <a:ext cx="8640763" cy="3997325"/>
        </p:xfrm>
        <a:graphic>
          <a:graphicData uri="http://schemas.openxmlformats.org/drawingml/2006/chart">
            <ns4:chart ns5:id="rId2"/>
          </a:graphicData>
        </a:graphic>
      </p:graphicFrame>
      <p:sp>
        <p:nvSpPr>
          <p:cNvPr id="13" name="Segnaposto testo 12">
            <a:extLst>
              <a:ext uri="{FF2B5EF4-FFF2-40B4-BE49-F238E27FC236}">
                <ns2:creationId id="{1AD196C9-A785-49F0-8755-081A9A136E74}"/>
              </a:ext>
            </a:extLst>
          </p:cNvPr>
          <p:cNvSpPr>
            <a:spLocks noGrp="1"/>
          </p:cNvSpPr>
          <p:nvPr>
            <p:ph type="body" sz="quarter" idx="16"/>
          </p:nvPr>
        </p:nvSpPr>
        <p:spPr/>
        <p:txBody>
          <a:bodyPr/>
          <a:lstStyle/>
          <a:p>
            <a:r>
              <a:rPr lang="it-IT" dirty="0"/>
              <a:t>Source: REPORT_maxent2_no_imitation.html</a:t>
            </a:r>
          </a:p>
        </p:txBody>
      </p:sp>
      <p:sp>
        <p:nvSpPr>
          <p:cNvPr id="15" name="CasellaDiTesto 14">
            <a:extLst>
              <a:ext uri="{FF2B5EF4-FFF2-40B4-BE49-F238E27FC236}">
                <ns2:creationId id="{F5BFE5D7-EA21-4FDE-92D8-45755A6B2580}"/>
              </a:ext>
            </a:extLst>
          </p:cNvPr>
          <p:cNvSpPr txBox="1"/>
          <p:nvPr/>
        </p:nvSpPr>
        <p:spPr>
          <a:xfrm>
            <a:off x="9487511" y="3367209"/>
            <a:ext cx="1714500" cy="553998"/>
          </a:xfrm>
          <a:prstGeom prst="rect">
            <a:avLst/>
          </a:prstGeom>
          <a:noFill/>
        </p:spPr>
        <p:txBody>
          <a:bodyPr wrap="square" rtlCol="0">
            <a:spAutoFit/>
          </a:bodyPr>
          <a:lstStyle/>
          <a:p>
            <a:pPr algn="r"/>
            <a:r>
              <a:rPr lang="it-IT" b="1" dirty="0"/>
              <a:t>0.85 success</a:t>
            </a:r>
          </a:p>
        </p:txBody>
      </p:sp>
      <p:sp>
        <p:nvSpPr>
          <p:cNvPr id="18" name="CasellaDiTesto 17">
            <a:extLst>
              <a:ext uri="{FF2B5EF4-FFF2-40B4-BE49-F238E27FC236}">
                <ns2:creationId id="{026C4BBA-722E-4E05-8365-245E69A29DB1}"/>
              </a:ext>
            </a:extLst>
          </p:cNvPr>
          <p:cNvSpPr txBox="1"/>
          <p:nvPr/>
        </p:nvSpPr>
        <p:spPr>
          <a:xfrm>
            <a:off x="3559175" y="2778126"/>
            <a:ext cx="1714500" cy="553998"/>
          </a:xfrm>
          <a:prstGeom prst="rect">
            <a:avLst/>
          </a:prstGeom>
          <a:noFill/>
        </p:spPr>
        <p:txBody>
          <a:bodyPr wrap="square" rtlCol="0">
            <a:spAutoFit/>
          </a:bodyPr>
          <a:lstStyle/>
          <a:p>
            <a:r>
              <a:rPr lang="it-IT" b="1" dirty="0"/>
              <a:t>+43 return</a:t>
            </a:r>
          </a:p>
        </p:txBody>
      </p:sp>
      <p:cxnSp>
        <p:nvCxnSpPr>
          <p:cNvPr id="22" name="Connettore diritto 21">
            <a:extLst>
              <a:ext uri="{FF2B5EF4-FFF2-40B4-BE49-F238E27FC236}">
                <ns2:creationId id="{0F6638FC-DA09-4ACC-87BC-FEF6784B5087}"/>
              </a:ext>
            </a:extLst>
          </p:cNvPr>
          <p:cNvCxnSpPr>
            <a:cxnSpLocks/>
          </p:cNvCxnSpPr>
          <p:nvPr/>
        </p:nvCxnSpPr>
        <p:spPr>
          <a:xfrm>
            <a:off x="9038492" y="3301668"/>
            <a:ext cx="207498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nettore diritto 24">
            <a:extLst>
              <a:ext uri="{FF2B5EF4-FFF2-40B4-BE49-F238E27FC236}">
                <ns2:creationId id="{80D0EF9C-548E-442F-A04C-420FCD02F2DD}"/>
              </a:ext>
            </a:extLst>
          </p:cNvPr>
          <p:cNvCxnSpPr>
            <a:cxnSpLocks/>
          </p:cNvCxnSpPr>
          <p:nvPr/>
        </p:nvCxnSpPr>
        <p:spPr>
          <a:xfrm>
            <a:off x="3622430" y="2699238"/>
            <a:ext cx="2488223"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CasellaDiTesto 25">
            <a:extLst>
              <a:ext uri="{FF2B5EF4-FFF2-40B4-BE49-F238E27FC236}">
                <ns2:creationId id="{EDEDE847-D84B-4B65-9C49-4F215BCB00A4}"/>
              </a:ext>
            </a:extLst>
          </p:cNvPr>
          <p:cNvSpPr txBox="1"/>
          <p:nvPr/>
        </p:nvSpPr>
        <p:spPr>
          <a:xfrm>
            <a:off x="9487511" y="5314548"/>
            <a:ext cx="1714500" cy="553998"/>
          </a:xfrm>
          <a:prstGeom prst="rect">
            <a:avLst/>
          </a:prstGeom>
          <a:noFill/>
        </p:spPr>
        <p:txBody>
          <a:bodyPr wrap="square" rtlCol="0">
            <a:spAutoFit/>
          </a:bodyPr>
          <a:lstStyle/>
          <a:p>
            <a:pPr algn="r"/>
            <a:r>
              <a:rPr lang="it-IT" b="1" dirty="0"/>
              <a:t>0.68 AUC</a:t>
            </a:r>
          </a:p>
        </p:txBody>
      </p:sp>
      <p:cxnSp>
        <p:nvCxnSpPr>
          <p:cNvPr id="27" name="Connettore diritto 26">
            <a:extLst>
              <a:ext uri="{FF2B5EF4-FFF2-40B4-BE49-F238E27FC236}">
                <ns2:creationId id="{6406D484-9CBE-42D3-900F-7357C58A8607}"/>
              </a:ext>
            </a:extLst>
          </p:cNvPr>
          <p:cNvCxnSpPr>
            <a:cxnSpLocks/>
          </p:cNvCxnSpPr>
          <p:nvPr/>
        </p:nvCxnSpPr>
        <p:spPr>
          <a:xfrm>
            <a:off x="8792308" y="5249007"/>
            <a:ext cx="2321168"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CasellaDiTesto 27">
            <a:extLst>
              <a:ext uri="{FF2B5EF4-FFF2-40B4-BE49-F238E27FC236}">
                <ns2:creationId id="{38141178-EB56-4021-B0F2-A745B77ECB07}"/>
              </a:ext>
            </a:extLst>
          </p:cNvPr>
          <p:cNvSpPr txBox="1"/>
          <p:nvPr/>
        </p:nvSpPr>
        <p:spPr>
          <a:xfrm>
            <a:off x="9487511" y="2377917"/>
            <a:ext cx="1714500" cy="553998"/>
          </a:xfrm>
          <a:prstGeom prst="rect">
            <a:avLst/>
          </a:prstGeom>
          <a:noFill/>
        </p:spPr>
        <p:txBody>
          <a:bodyPr wrap="square" rtlCol="0">
            <a:spAutoFit/>
          </a:bodyPr>
          <a:lstStyle/>
          <a:p>
            <a:pPr algn="r"/>
            <a:r>
              <a:rPr lang="it-IT" b="1" dirty="0"/>
              <a:t>~0 debug gap</a:t>
            </a:r>
          </a:p>
        </p:txBody>
      </p:sp>
      <p:cxnSp>
        <p:nvCxnSpPr>
          <p:cNvPr id="29" name="Connettore diritto 28">
            <a:extLst>
              <a:ext uri="{FF2B5EF4-FFF2-40B4-BE49-F238E27FC236}">
                <ns2:creationId id="{8F38F139-E6F1-43AD-96EF-A6D114B742AD}"/>
              </a:ext>
            </a:extLst>
          </p:cNvPr>
          <p:cNvCxnSpPr>
            <a:cxnSpLocks/>
          </p:cNvCxnSpPr>
          <p:nvPr/>
        </p:nvCxnSpPr>
        <p:spPr>
          <a:xfrm>
            <a:off x="7798777" y="2312376"/>
            <a:ext cx="331469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ns3:creationId val="2315921079"/>
      </p:ext>
    </p:extLst>
  </p:cSld>
  <p:clrMapOvr>
    <a:masterClrMapping/>
  </p:clrMapOvr>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CC501520-C777-4446-B7CE-4A3A7122FB51}"/>
              </a:ext>
            </a:extLst>
          </p:cNvPr>
          <p:cNvSpPr>
            <a:spLocks noGrp="1"/>
          </p:cNvSpPr>
          <p:nvPr>
            <p:ph type="title"/>
          </p:nvPr>
        </p:nvSpPr>
        <p:spPr/>
        <p:txBody>
          <a:bodyPr/>
          <a:lstStyle/>
          <a:p>
            <a:r>
              <a:rPr lang="it-IT" dirty="0" err="1"/>
              <a:t>Reward objectives</a:t>
            </a:r>
          </a:p>
        </p:txBody>
      </p:sp>
      <p:sp>
        <p:nvSpPr>
          <p:cNvPr id="6" name="Segnaposto testo 5">
            <a:extLst>
              <a:ext uri="{FF2B5EF4-FFF2-40B4-BE49-F238E27FC236}">
                <ns2:creationId id="{65B4D1CD-F185-455E-B1F3-9C933669C061}"/>
              </a:ext>
            </a:extLst>
          </p:cNvPr>
          <p:cNvSpPr>
            <a:spLocks noGrp="1"/>
          </p:cNvSpPr>
          <p:nvPr>
            <p:ph type="body" sz="quarter" idx="13"/>
          </p:nvPr>
        </p:nvSpPr>
        <p:spPr/>
        <p:txBody>
          <a:bodyPr/>
          <a:lstStyle/>
          <a:p>
            <a:r>
              <a:rPr lang="it-IT" dirty="0"/>
              <a:t>02.1</a:t>
            </a:r>
          </a:p>
        </p:txBody>
      </p:sp>
    </p:spTree>
    <p:extLst>
      <p:ext uri="{BB962C8B-B14F-4D97-AF65-F5344CB8AC3E}">
        <ns3:creationId val="1197054403"/>
      </p:ext>
    </p:extLst>
  </p:cSld>
  <p:clrMapOvr>
    <a:masterClrMapping/>
  </p:clrMapOvr>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egnaposto immagine 1">
            <a:extLst>
              <a:ext uri="{FF2B5EF4-FFF2-40B4-BE49-F238E27FC236}">
                <ns2:creationId id="{155737F0-46F4-4FB7-A5C9-CE6C5446A85B}"/>
              </a:ext>
            </a:extLst>
          </p:cNvPr>
          <p:cNvSpPr>
            <a:spLocks noGrp="1"/>
          </p:cNvSpPr>
          <p:nvPr>
            <p:ph type="pic" sz="quarter" idx="13"/>
          </p:nvPr>
        </p:nvSpPr>
        <p:spPr>
          <a:solidFill>
            <a:schemeClr val="bg1">
              <a:lumMod val="65000"/>
            </a:schemeClr>
          </a:solidFill>
        </p:spPr>
      </p:sp>
      <p:sp>
        <p:nvSpPr>
          <p:cNvPr id="9" name="Titolo 8">
            <a:extLst>
              <a:ext uri="{FF2B5EF4-FFF2-40B4-BE49-F238E27FC236}">
                <ns2:creationId id="{56E0D83D-0865-4755-9913-0076A8E464B2}"/>
              </a:ext>
            </a:extLst>
          </p:cNvPr>
          <p:cNvSpPr>
            <a:spLocks noGrp="1"/>
          </p:cNvSpPr>
          <p:nvPr>
            <p:ph type="title"/>
          </p:nvPr>
        </p:nvSpPr>
        <p:spPr/>
        <p:txBody>
          <a:bodyPr/>
          <a:lstStyle/>
          <a:p>
            <a:r>
              <a:rPr lang="it-IT" dirty="0"/>
              <a:t>Historical MaxEnt losses</a:t>
            </a:r>
          </a:p>
        </p:txBody>
      </p:sp>
      <p:sp>
        <p:nvSpPr>
          <p:cNvPr id="5" name="Segnaposto data 4">
            <a:extLst>
              <a:ext uri="{FF2B5EF4-FFF2-40B4-BE49-F238E27FC236}">
                <ns2:creationId id="{043A8A72-A0C5-4EA6-8BD1-6BB7CFCF50AA}"/>
              </a:ext>
            </a:extLst>
          </p:cNvPr>
          <p:cNvSpPr>
            <a:spLocks noGrp="1"/>
          </p:cNvSpPr>
          <p:nvPr>
            <p:ph type="dt" sz="half" idx="10"/>
          </p:nvPr>
        </p:nvSpPr>
        <p:spPr/>
        <p:txBody>
          <a:bodyPr/>
          <a:lstStyle/>
          <a:p>
            <a:r>
              <a:rPr lang="it-IT"/>
              <a:t>POLITECNICO DI MILANO</a:t>
            </a:r>
          </a:p>
        </p:txBody>
      </p:sp>
      <p:sp>
        <p:nvSpPr>
          <p:cNvPr id="6" name="Segnaposto piè di pagina 5">
            <a:extLst>
              <a:ext uri="{FF2B5EF4-FFF2-40B4-BE49-F238E27FC236}">
                <ns2:creationId id="{63A3CC5F-83BE-4D5C-8F39-B57953F697EE}"/>
              </a:ext>
            </a:extLst>
          </p:cNvPr>
          <p:cNvSpPr>
            <a:spLocks noGrp="1"/>
          </p:cNvSpPr>
          <p:nvPr>
            <p:ph type="ftr" sz="quarter" idx="11"/>
          </p:nvPr>
        </p:nvSpPr>
        <p:spPr/>
        <p:txBody>
          <a:bodyPr/>
          <a:lstStyle/>
          <a:p>
            <a:r>
              <a:rPr lang="it-IT"/>
              <a:t>DemoAlgorithm | MaxEnt IRL from demonstrations</a:t>
            </a:r>
          </a:p>
        </p:txBody>
      </p:sp>
      <p:sp>
        <p:nvSpPr>
          <p:cNvPr id="7" name="Segnaposto numero diapositiva 6">
            <a:extLst>
              <a:ext uri="{FF2B5EF4-FFF2-40B4-BE49-F238E27FC236}">
                <ns2:creationId id="{1B397B4C-767A-447C-AD42-1663DBFA24EF}"/>
              </a:ext>
            </a:extLst>
          </p:cNvPr>
          <p:cNvSpPr>
            <a:spLocks noGrp="1"/>
          </p:cNvSpPr>
          <p:nvPr>
            <p:ph type="sldNum" sz="quarter" idx="12"/>
          </p:nvPr>
        </p:nvSpPr>
        <p:spPr/>
        <p:txBody>
          <a:bodyPr/>
          <a:lstStyle/>
          <a:p>
            <a:r>
              <a:rPr/>
              <a:t>19</a:t>
            </a:r>
            <a:endParaRPr lang="it-IT"/>
          </a:p>
        </p:txBody>
      </p:sp>
      <p:sp>
        <p:nvSpPr>
          <p:cNvPr id="11" name="Segnaposto testo 10">
            <a:extLst>
              <a:ext uri="{FF2B5EF4-FFF2-40B4-BE49-F238E27FC236}">
                <ns2:creationId id="{E88B5ED9-0CC4-413F-AB38-6F8B6411457F}"/>
              </a:ext>
            </a:extLst>
          </p:cNvPr>
          <p:cNvSpPr>
            <a:spLocks noGrp="1"/>
          </p:cNvSpPr>
          <p:nvPr>
            <p:ph type="body" sz="quarter" idx="14"/>
          </p:nvPr>
        </p:nvSpPr>
        <p:spPr/>
        <p:txBody>
          <a:bodyPr/>
          <a:lstStyle/>
          <a:p>
            <a:r>
              <a:rPr lang="it-IT" dirty="0" err="1"/>
              <a:t>maxent uses -mean(R_expert) plus log-mean-exp over current model rollouts. maxent_2 adds expert trajectories into the partition but still omits proposal-density correction. Both are useful baselines, but their negative phase is tied to the sampled rollout distribution.</a:t>
            </a:r>
          </a:p>
        </p:txBody>
      </p:sp>
    </p:spTree>
    <p:extLst>
      <p:ext uri="{BB962C8B-B14F-4D97-AF65-F5344CB8AC3E}">
        <ns3:creationId val="3105689092"/>
      </p:ext>
    </p:extLst>
  </p:cSld>
  <p:clrMapOvr>
    <a:masterClrMapping/>
  </p:clrMapOvr>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egnaposto immagine 1">
            <a:extLst>
              <a:ext uri="{FF2B5EF4-FFF2-40B4-BE49-F238E27FC236}">
                <ns2:creationId id="{BF6E9DD0-8C78-4345-A975-FE8976E218CD}"/>
              </a:ext>
            </a:extLst>
          </p:cNvPr>
          <p:cNvSpPr>
            <a:spLocks noGrp="1"/>
          </p:cNvSpPr>
          <p:nvPr>
            <p:ph type="pic" sz="quarter" idx="13"/>
          </p:nvPr>
        </p:nvSpPr>
        <p:spPr>
          <a:solidFill>
            <a:schemeClr val="bg1">
              <a:lumMod val="65000"/>
            </a:schemeClr>
          </a:solidFill>
        </p:spPr>
      </p:sp>
      <p:sp>
        <p:nvSpPr>
          <p:cNvPr id="9" name="Titolo 8">
            <a:extLst>
              <a:ext uri="{FF2B5EF4-FFF2-40B4-BE49-F238E27FC236}">
                <ns2:creationId id="{56E0D83D-0865-4755-9913-0076A8E464B2}"/>
              </a:ext>
            </a:extLst>
          </p:cNvPr>
          <p:cNvSpPr>
            <a:spLocks noGrp="1"/>
          </p:cNvSpPr>
          <p:nvPr>
            <p:ph type="title"/>
          </p:nvPr>
        </p:nvSpPr>
        <p:spPr/>
        <p:txBody>
          <a:bodyPr/>
          <a:lstStyle/>
          <a:p>
            <a:r>
              <a:rPr lang="it-IT" dirty="0"/>
              <a:t>Corrected MaxEnt objective</a:t>
            </a:r>
          </a:p>
        </p:txBody>
      </p:sp>
      <p:sp>
        <p:nvSpPr>
          <p:cNvPr id="5" name="Segnaposto data 4">
            <a:extLst>
              <a:ext uri="{FF2B5EF4-FFF2-40B4-BE49-F238E27FC236}">
                <ns2:creationId id="{043A8A72-A0C5-4EA6-8BD1-6BB7CFCF50AA}"/>
              </a:ext>
            </a:extLst>
          </p:cNvPr>
          <p:cNvSpPr>
            <a:spLocks noGrp="1"/>
          </p:cNvSpPr>
          <p:nvPr>
            <p:ph type="dt" sz="half" idx="10"/>
          </p:nvPr>
        </p:nvSpPr>
        <p:spPr/>
        <p:txBody>
          <a:bodyPr/>
          <a:lstStyle/>
          <a:p>
            <a:r>
              <a:rPr lang="it-IT"/>
              <a:t>POLITECNICO DI MILANO</a:t>
            </a:r>
          </a:p>
        </p:txBody>
      </p:sp>
      <p:sp>
        <p:nvSpPr>
          <p:cNvPr id="6" name="Segnaposto piè di pagina 5">
            <a:extLst>
              <a:ext uri="{FF2B5EF4-FFF2-40B4-BE49-F238E27FC236}">
                <ns2:creationId id="{63A3CC5F-83BE-4D5C-8F39-B57953F697EE}"/>
              </a:ext>
            </a:extLst>
          </p:cNvPr>
          <p:cNvSpPr>
            <a:spLocks noGrp="1"/>
          </p:cNvSpPr>
          <p:nvPr>
            <p:ph type="ftr" sz="quarter" idx="11"/>
          </p:nvPr>
        </p:nvSpPr>
        <p:spPr/>
        <p:txBody>
          <a:bodyPr/>
          <a:lstStyle/>
          <a:p>
            <a:r>
              <a:rPr lang="it-IT"/>
              <a:t>DemoAlgorithm | MaxEnt IRL from demonstrations</a:t>
            </a:r>
          </a:p>
        </p:txBody>
      </p:sp>
      <p:sp>
        <p:nvSpPr>
          <p:cNvPr id="7" name="Segnaposto numero diapositiva 6">
            <a:extLst>
              <a:ext uri="{FF2B5EF4-FFF2-40B4-BE49-F238E27FC236}">
                <ns2:creationId id="{1B397B4C-767A-447C-AD42-1663DBFA24EF}"/>
              </a:ext>
            </a:extLst>
          </p:cNvPr>
          <p:cNvSpPr>
            <a:spLocks noGrp="1"/>
          </p:cNvSpPr>
          <p:nvPr>
            <p:ph type="sldNum" sz="quarter" idx="12"/>
          </p:nvPr>
        </p:nvSpPr>
        <p:spPr/>
        <p:txBody>
          <a:bodyPr/>
          <a:lstStyle/>
          <a:p>
            <a:r>
              <a:rPr/>
              <a:t>20</a:t>
            </a:r>
            <a:endParaRPr lang="it-IT"/>
          </a:p>
        </p:txBody>
      </p:sp>
      <p:sp>
        <p:nvSpPr>
          <p:cNvPr id="11" name="Segnaposto testo 10">
            <a:extLst>
              <a:ext uri="{FF2B5EF4-FFF2-40B4-BE49-F238E27FC236}">
                <ns2:creationId id="{E88B5ED9-0CC4-413F-AB38-6F8B6411457F}"/>
              </a:ext>
            </a:extLst>
          </p:cNvPr>
          <p:cNvSpPr>
            <a:spLocks noGrp="1"/>
          </p:cNvSpPr>
          <p:nvPr>
            <p:ph type="body" sz="quarter" idx="14"/>
          </p:nvPr>
        </p:nvSpPr>
        <p:spPr/>
        <p:txBody>
          <a:bodyPr/>
          <a:lstStyle/>
          <a:p>
            <a:r>
              <a:rPr lang="it-IT" dirty="0" err="1"/>
              <a:t>maxent_corrected estimates a GCL-style likelihood: expert reward is the positive phase and the partition uses demos plus accumulated agent rollouts, weighted by 1/q_fus. q_fus is the mixture of past policy snapshots plus an expert-action Gaussian for demos.</a:t>
            </a:r>
          </a:p>
        </p:txBody>
      </p:sp>
    </p:spTree>
    <p:extLst>
      <p:ext uri="{BB962C8B-B14F-4D97-AF65-F5344CB8AC3E}">
        <ns3:creationId val="297202484"/>
      </p:ext>
    </p:extLst>
  </p:cSld>
  <p:clrMapOvr>
    <a:masterClrMapping/>
  </p:clrMapOvr>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ns2:creationId id="{98C2D2E6-A604-4CB9-87C8-5DDF6496C968}"/>
              </a:ext>
            </a:extLst>
          </p:cNvPr>
          <p:cNvSpPr>
            <a:spLocks noGrp="1"/>
          </p:cNvSpPr>
          <p:nvPr>
            <p:ph type="title"/>
          </p:nvPr>
        </p:nvSpPr>
        <p:spPr/>
        <p:txBody>
          <a:bodyPr/>
          <a:lstStyle/>
          <a:p>
            <a:r>
              <a:rPr lang="it-IT" dirty="0"/>
              <a:t>DAC absorbing-state correction</a:t>
            </a:r>
          </a:p>
        </p:txBody>
      </p:sp>
      <p:sp>
        <p:nvSpPr>
          <p:cNvPr id="4" name="Segnaposto data 3">
            <a:extLst>
              <a:ext uri="{FF2B5EF4-FFF2-40B4-BE49-F238E27FC236}">
                <ns2:creationId id="{E79D6508-55A2-45DA-A845-1A27A82D7CF5}"/>
              </a:ext>
            </a:extLst>
          </p:cNvPr>
          <p:cNvSpPr>
            <a:spLocks noGrp="1"/>
          </p:cNvSpPr>
          <p:nvPr>
            <p:ph type="dt" sz="half" idx="10"/>
          </p:nvPr>
        </p:nvSpPr>
        <p:spPr/>
        <p:txBody>
          <a:bodyPr/>
          <a:lstStyle/>
          <a:p>
            <a:r>
              <a:rPr lang="it-IT"/>
              <a:t>POLITECNICO DI MILANO</a:t>
            </a:r>
          </a:p>
        </p:txBody>
      </p:sp>
      <p:sp>
        <p:nvSpPr>
          <p:cNvPr id="5" name="Segnaposto piè di pagina 4">
            <a:extLst>
              <a:ext uri="{FF2B5EF4-FFF2-40B4-BE49-F238E27FC236}">
                <ns2:creationId id="{767BBB02-5B04-4173-9F01-B0A1B9F67DDD}"/>
              </a:ext>
            </a:extLst>
          </p:cNvPr>
          <p:cNvSpPr>
            <a:spLocks noGrp="1"/>
          </p:cNvSpPr>
          <p:nvPr>
            <p:ph type="ftr" sz="quarter" idx="11"/>
          </p:nvPr>
        </p:nvSpPr>
        <p:spPr/>
        <p:txBody>
          <a:bodyPr/>
          <a:lstStyle/>
          <a:p>
            <a:r>
              <a:rPr lang="it-IT"/>
              <a:t>DemoAlgorithm | MaxEnt IRL from demonstrations</a:t>
            </a:r>
          </a:p>
        </p:txBody>
      </p:sp>
      <p:sp>
        <p:nvSpPr>
          <p:cNvPr id="6" name="Segnaposto numero diapositiva 5">
            <a:extLst>
              <a:ext uri="{FF2B5EF4-FFF2-40B4-BE49-F238E27FC236}">
                <ns2:creationId id="{74B5CD90-B289-4BA3-B0EE-2AC5903EB7F8}"/>
              </a:ext>
            </a:extLst>
          </p:cNvPr>
          <p:cNvSpPr>
            <a:spLocks noGrp="1"/>
          </p:cNvSpPr>
          <p:nvPr>
            <p:ph type="sldNum" sz="quarter" idx="12"/>
          </p:nvPr>
        </p:nvSpPr>
        <p:spPr/>
        <p:txBody>
          <a:bodyPr/>
          <a:lstStyle/>
          <a:p>
            <a:r>
              <a:rPr/>
              <a:t>21</a:t>
            </a:r>
            <a:endParaRPr lang="it-IT"/>
          </a:p>
        </p:txBody>
      </p:sp>
      <p:sp>
        <p:nvSpPr>
          <p:cNvPr id="7" name="Segnaposto testo 6">
            <a:extLst>
              <a:ext uri="{FF2B5EF4-FFF2-40B4-BE49-F238E27FC236}">
                <ns2:creationId id="{4357F21E-A009-4047-9DDB-3188867C3AA3}"/>
              </a:ext>
            </a:extLst>
          </p:cNvPr>
          <p:cNvSpPr>
            <a:spLocks noGrp="1"/>
          </p:cNvSpPr>
          <p:nvPr>
            <p:ph type="body" sz="quarter" idx="14"/>
          </p:nvPr>
        </p:nvSpPr>
        <p:spPr/>
        <p:txBody>
          <a:bodyPr/>
          <a:lstStyle/>
          <a:p>
            <a:r>
              <a:rPr lang="it-IT" dirty="0" err="1"/>
              <a:t>When gamma &lt; 1, maxent_corrected adds an analytic terminal tail for true terminal states: discounted return plus gamma^T/(1-gamma) times the learned absorbing-state reward. Timeouts are treated as horizon cutoffs and do not receive that tail.</a:t>
            </a:r>
          </a:p>
        </p:txBody>
      </p:sp>
      <p:sp>
        <p:nvSpPr>
          <p:cNvPr id="8" name="Segnaposto testo 7">
            <a:extLst>
              <a:ext uri="{FF2B5EF4-FFF2-40B4-BE49-F238E27FC236}">
                <ns2:creationId id="{357B158D-4A25-4891-B578-E93095036EC1}"/>
              </a:ext>
            </a:extLst>
          </p:cNvPr>
          <p:cNvSpPr>
            <a:spLocks noGrp="1"/>
          </p:cNvSpPr>
          <p:nvPr>
            <p:ph type="body" sz="quarter" idx="16"/>
          </p:nvPr>
        </p:nvSpPr>
        <p:spPr/>
        <p:txBody>
          <a:bodyPr/>
          <a:lstStyle/>
          <a:p>
            <a:r>
              <a:rPr lang="it-IT" dirty="0"/>
              <a:t>Implemented in losses.py and scoped to maxent_corrected</a:t>
            </a:r>
          </a:p>
        </p:txBody>
      </p:sp>
      <p:sp>
        <p:nvSpPr>
          <p:cNvPr id="9" name="Segnaposto contenuto 8">
            <a:extLst>
              <a:ext uri="{FF2B5EF4-FFF2-40B4-BE49-F238E27FC236}">
                <ns2:creationId id="{C556B372-6485-4E62-907C-3847267614CA}"/>
              </a:ext>
            </a:extLst>
          </p:cNvPr>
          <p:cNvSpPr>
            <a:spLocks noGrp="1"/>
          </p:cNvSpPr>
          <p:nvPr>
            <p:ph sz="quarter" idx="17"/>
          </p:nvPr>
        </p:nvSpPr>
        <p:spPr>
          <a:solidFill>
            <a:schemeClr val="bg1">
              <a:lumMod val="65000"/>
            </a:schemeClr>
          </a:solidFill>
        </p:spPr>
        <p:txBody>
          <a:bodyPr/>
          <a:lstStyle/>
          <a:p>
            <a:r>
              <a:rPr/>
              <a:t>Terminal handling removes the implicit zero-reward absorbing-state bias.</a:t>
            </a:r>
            <a:endParaRPr lang="it-IT" dirty="0"/>
          </a:p>
        </p:txBody>
      </p:sp>
    </p:spTree>
    <p:extLst>
      <p:ext uri="{BB962C8B-B14F-4D97-AF65-F5344CB8AC3E}">
        <ns3:creationId val="221226254"/>
      </p:ext>
    </p:extLst>
  </p:cSld>
  <p:clrMapOvr>
    <a:masterClrMapping/>
  </p:clrMapOvr>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19B8630E-A101-4BC1-8625-5153DDD95898}"/>
              </a:ext>
            </a:extLst>
          </p:cNvPr>
          <p:cNvSpPr>
            <a:spLocks noGrp="1"/>
          </p:cNvSpPr>
          <p:nvPr>
            <p:ph type="title"/>
          </p:nvPr>
        </p:nvSpPr>
        <p:spPr/>
        <p:txBody>
          <a:bodyPr/>
          <a:lstStyle/>
          <a:p>
            <a:r>
              <a:rPr lang="it-IT" dirty="0"/>
              <a:t>Per-step vs trajectory likelihood</a:t>
            </a:r>
          </a:p>
        </p:txBody>
      </p:sp>
      <p:sp>
        <p:nvSpPr>
          <p:cNvPr id="3" name="Segnaposto data 2">
            <a:extLst>
              <a:ext uri="{FF2B5EF4-FFF2-40B4-BE49-F238E27FC236}">
                <ns2:creationId id="{060C1715-CF46-430E-9169-589987BC6676}"/>
              </a:ext>
            </a:extLst>
          </p:cNvPr>
          <p:cNvSpPr>
            <a:spLocks noGrp="1"/>
          </p:cNvSpPr>
          <p:nvPr>
            <p:ph type="dt" sz="half" idx="10"/>
          </p:nvPr>
        </p:nvSpPr>
        <p:spPr/>
        <p:txBody>
          <a:bodyPr/>
          <a:lstStyle/>
          <a:p>
            <a:r>
              <a:rPr lang="it-IT"/>
              <a:t>POLITECNICO DI MILANO</a:t>
            </a:r>
          </a:p>
        </p:txBody>
      </p:sp>
      <p:sp>
        <p:nvSpPr>
          <p:cNvPr id="4" name="Segnaposto piè di pagina 3">
            <a:extLst>
              <a:ext uri="{FF2B5EF4-FFF2-40B4-BE49-F238E27FC236}">
                <ns2:creationId id="{F4D35F4A-E4D0-411A-8955-9DB9B8BD7B7B}"/>
              </a:ext>
            </a:extLst>
          </p:cNvPr>
          <p:cNvSpPr>
            <a:spLocks noGrp="1"/>
          </p:cNvSpPr>
          <p:nvPr>
            <p:ph type="ftr" sz="quarter" idx="11"/>
          </p:nvPr>
        </p:nvSpPr>
        <p:spPr/>
        <p:txBody>
          <a:bodyPr/>
          <a:lstStyle/>
          <a:p>
            <a:r>
              <a:rPr lang="it-IT"/>
              <a:t>DemoAlgorithm | MaxEnt IRL from demonstrations</a:t>
            </a:r>
          </a:p>
        </p:txBody>
      </p:sp>
      <p:sp>
        <p:nvSpPr>
          <p:cNvPr id="5" name="Segnaposto numero diapositiva 4">
            <a:extLst>
              <a:ext uri="{FF2B5EF4-FFF2-40B4-BE49-F238E27FC236}">
                <ns2:creationId id="{F86D8665-998B-4EC7-B684-B90CC737A470}"/>
              </a:ext>
            </a:extLst>
          </p:cNvPr>
          <p:cNvSpPr>
            <a:spLocks noGrp="1"/>
          </p:cNvSpPr>
          <p:nvPr>
            <p:ph type="sldNum" sz="quarter" idx="12"/>
          </p:nvPr>
        </p:nvSpPr>
        <p:spPr/>
        <p:txBody>
          <a:bodyPr/>
          <a:lstStyle/>
          <a:p>
            <a:r>
              <a:rPr/>
              <a:t>22</a:t>
            </a:r>
            <a:endParaRPr lang="it-IT"/>
          </a:p>
        </p:txBody>
      </p:sp>
      <p:sp>
        <p:nvSpPr>
          <p:cNvPr id="6" name="Segnaposto testo 5">
            <a:extLst>
              <a:ext uri="{FF2B5EF4-FFF2-40B4-BE49-F238E27FC236}">
                <ns2:creationId id="{1C2F7733-8440-4BB9-95FD-BAF079150720}"/>
              </a:ext>
            </a:extLst>
          </p:cNvPr>
          <p:cNvSpPr>
            <a:spLocks noGrp="1"/>
          </p:cNvSpPr>
          <p:nvPr>
            <p:ph type="body" sz="quarter" idx="14"/>
          </p:nvPr>
        </p:nvSpPr>
        <p:spPr/>
        <p:txBody>
          <a:bodyPr/>
          <a:lstStyle/>
          <a:p>
            <a:r>
              <a:rPr lang="it-IT" dirty="0" err="1"/>
              <a:t>With per_step_return=True, returns and log q are divided by trajectory length. This reduces length scaling and ESS collapse, but it is no longer the strict trajectory NLL. With per_step_return=False and gamma&lt;1, discounting/DAC bounds returns while preserving the trajectory-level interpretation.</a:t>
            </a:r>
          </a:p>
        </p:txBody>
      </p:sp>
      <p:sp>
        <p:nvSpPr>
          <p:cNvPr id="11" name="Segnaposto testo 10">
            <a:extLst>
              <a:ext uri="{FF2B5EF4-FFF2-40B4-BE49-F238E27FC236}">
                <ns2:creationId id="{83246FE3-434F-4422-8BC6-64320FD5B80B}"/>
              </a:ext>
            </a:extLst>
          </p:cNvPr>
          <p:cNvSpPr>
            <a:spLocks noGrp="1"/>
          </p:cNvSpPr>
          <p:nvPr>
            <p:ph type="body" sz="quarter" idx="16"/>
          </p:nvPr>
        </p:nvSpPr>
        <p:spPr/>
        <p:txBody>
          <a:bodyPr/>
          <a:lstStyle/>
          <a:p>
            <a:r>
              <a:rPr lang="it-IT" dirty="0"/>
              <a:t>Per-step rate objective</a:t>
            </a:r>
          </a:p>
        </p:txBody>
      </p:sp>
      <p:sp>
        <p:nvSpPr>
          <p:cNvPr id="12" name="Segnaposto testo 11">
            <a:extLst>
              <a:ext uri="{FF2B5EF4-FFF2-40B4-BE49-F238E27FC236}">
                <ns2:creationId id="{C317DBB3-4426-4F62-9ED4-0BD1D27F7479}"/>
              </a:ext>
            </a:extLst>
          </p:cNvPr>
          <p:cNvSpPr>
            <a:spLocks noGrp="1"/>
          </p:cNvSpPr>
          <p:nvPr>
            <p:ph type="body" sz="quarter" idx="18"/>
          </p:nvPr>
        </p:nvSpPr>
        <p:spPr/>
        <p:txBody>
          <a:bodyPr/>
          <a:lstStyle/>
          <a:p>
            <a:r>
              <a:rPr lang="it-IT" dirty="0"/>
              <a:t>Trajectory-level objective</a:t>
            </a:r>
          </a:p>
        </p:txBody>
      </p:sp>
      <p:sp>
        <p:nvSpPr>
          <p:cNvPr id="13" name="Segnaposto contenuto 12">
            <a:extLst>
              <a:ext uri="{FF2B5EF4-FFF2-40B4-BE49-F238E27FC236}">
                <ns2:creationId id="{16B37D01-B013-4F8E-8700-0221731D8ECD}"/>
              </a:ext>
            </a:extLst>
          </p:cNvPr>
          <p:cNvSpPr>
            <a:spLocks noGrp="1"/>
          </p:cNvSpPr>
          <p:nvPr>
            <p:ph sz="quarter" idx="19"/>
          </p:nvPr>
        </p:nvSpPr>
        <p:spPr>
          <a:solidFill>
            <a:schemeClr val="bg1">
              <a:lumMod val="65000"/>
            </a:schemeClr>
          </a:solidFill>
        </p:spPr>
        <p:txBody>
          <a:bodyPr/>
          <a:lstStyle/>
          <a:p>
            <a:r>
              <a:rPr/>
              <a:t>Rate version stabilizes length effects.</a:t>
            </a:r>
            <a:endParaRPr lang="it-IT"/>
          </a:p>
        </p:txBody>
      </p:sp>
      <p:sp>
        <p:nvSpPr>
          <p:cNvPr id="14" name="Segnaposto contenuto 13">
            <a:extLst>
              <a:ext uri="{FF2B5EF4-FFF2-40B4-BE49-F238E27FC236}">
                <ns2:creationId id="{C2D65625-A1B3-4910-84F4-4D71ED7E0227}"/>
              </a:ext>
            </a:extLst>
          </p:cNvPr>
          <p:cNvSpPr>
            <a:spLocks noGrp="1"/>
          </p:cNvSpPr>
          <p:nvPr>
            <p:ph sz="quarter" idx="20"/>
          </p:nvPr>
        </p:nvSpPr>
        <p:spPr>
          <a:solidFill>
            <a:schemeClr val="bg1">
              <a:lumMod val="65000"/>
            </a:schemeClr>
          </a:solidFill>
        </p:spPr>
        <p:txBody>
          <a:bodyPr/>
          <a:lstStyle/>
          <a:p>
            <a:r>
              <a:rPr/>
              <a:t>Trajectory version is closer to MaxEnt likelihood.</a:t>
            </a:r>
            <a:endParaRPr lang="it-IT" dirty="0"/>
          </a:p>
        </p:txBody>
      </p:sp>
    </p:spTree>
    <p:extLst>
      <p:ext uri="{BB962C8B-B14F-4D97-AF65-F5344CB8AC3E}">
        <ns3:creationId val="761346512"/>
      </p:ext>
    </p:extLst>
  </p:cSld>
  <p:clrMapOvr>
    <a:masterClrMapping/>
  </p:clrMapOvr>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17252F77-3045-45B1-A040-95AA75E87C1E}"/>
              </a:ext>
            </a:extLst>
          </p:cNvPr>
          <p:cNvSpPr>
            <a:spLocks noGrp="1"/>
          </p:cNvSpPr>
          <p:nvPr>
            <p:ph type="title"/>
          </p:nvPr>
        </p:nvSpPr>
        <p:spPr/>
        <p:txBody>
          <a:bodyPr/>
          <a:lstStyle/>
          <a:p>
            <a:r>
              <a:rPr lang="it-IT" dirty="0"/>
              <a:t>Reward update mechanics</a:t>
            </a:r>
          </a:p>
        </p:txBody>
      </p:sp>
      <p:sp>
        <p:nvSpPr>
          <p:cNvPr id="3" name="Segnaposto data 2">
            <a:extLst>
              <a:ext uri="{FF2B5EF4-FFF2-40B4-BE49-F238E27FC236}">
                <ns2:creationId id="{F3F6FD54-E3DD-414E-996C-F395F7C49D4D}"/>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ns2:creationId id="{9DC37F39-D3C4-417E-8289-00689A844736}"/>
              </a:ext>
            </a:extLst>
          </p:cNvPr>
          <p:cNvSpPr>
            <a:spLocks noGrp="1"/>
          </p:cNvSpPr>
          <p:nvPr>
            <p:ph type="ftr" sz="quarter" idx="11"/>
          </p:nvPr>
        </p:nvSpPr>
        <p:spPr/>
        <p:txBody>
          <a:bodyPr/>
          <a:lstStyle/>
          <a:p>
            <a:r>
              <a:rPr lang="it-IT"/>
              <a:t>DemoAlgorithm | MaxEnt IRL from demonstrations</a:t>
            </a:r>
            <a:endParaRPr lang="it-IT" dirty="0"/>
          </a:p>
        </p:txBody>
      </p:sp>
      <p:sp>
        <p:nvSpPr>
          <p:cNvPr id="5" name="Segnaposto numero diapositiva 4">
            <a:extLst>
              <a:ext uri="{FF2B5EF4-FFF2-40B4-BE49-F238E27FC236}">
                <ns2:creationId id="{9D9EA6B7-78CB-488A-BE13-0EE1B1019AA8}"/>
              </a:ext>
            </a:extLst>
          </p:cNvPr>
          <p:cNvSpPr>
            <a:spLocks noGrp="1"/>
          </p:cNvSpPr>
          <p:nvPr>
            <p:ph type="sldNum" sz="quarter" idx="12"/>
          </p:nvPr>
        </p:nvSpPr>
        <p:spPr/>
        <p:txBody>
          <a:bodyPr/>
          <a:lstStyle/>
          <a:p>
            <a:r>
              <a:rPr/>
              <a:t>23</a:t>
            </a:r>
            <a:endParaRPr lang="it-IT"/>
          </a:p>
        </p:txBody>
      </p:sp>
      <p:sp>
        <p:nvSpPr>
          <p:cNvPr id="6" name="Segnaposto testo 5">
            <a:extLst>
              <a:ext uri="{FF2B5EF4-FFF2-40B4-BE49-F238E27FC236}">
                <ns2:creationId id="{F01B371A-50C7-4336-B574-5656CA819C7F}"/>
              </a:ext>
            </a:extLst>
          </p:cNvPr>
          <p:cNvSpPr>
            <a:spLocks noGrp="1"/>
          </p:cNvSpPr>
          <p:nvPr>
            <p:ph type="body" sz="quarter" idx="13"/>
          </p:nvPr>
        </p:nvSpPr>
        <p:spPr/>
        <p:txBody>
          <a:bodyPr/>
          <a:lstStyle/>
          <a:p>
            <a:r>
              <a:rPr lang="it-IT" dirty="0" err="1"/>
              <a:t>Each reward ensemble member trains for gradient_steps_rew steps. The code checks finite loss and finite gradient norm before optimizer.step(). Diagnostics then log reward loss, ESS, partition weights, norms, and reward validation snapshots.</a:t>
            </a:r>
            <a:endParaRPr lang="it-IT" dirty="0"/>
          </a:p>
        </p:txBody>
      </p:sp>
      <p:sp>
        <p:nvSpPr>
          <p:cNvPr id="7" name="Segnaposto contenuto 6">
            <a:extLst>
              <a:ext uri="{FF2B5EF4-FFF2-40B4-BE49-F238E27FC236}">
                <ns2:creationId id="{DA1D2CFB-F083-4C65-88CD-B238907AD1A6}"/>
              </a:ext>
            </a:extLst>
          </p:cNvPr>
          <p:cNvSpPr>
            <a:spLocks noGrp="1"/>
          </p:cNvSpPr>
          <p:nvPr>
            <p:ph idx="1"/>
          </p:nvPr>
        </p:nvSpPr>
        <p:spPr>
          <a:solidFill>
            <a:schemeClr val="bg1">
              <a:lumMod val="65000"/>
            </a:schemeClr>
          </a:solidFill>
        </p:spPr>
        <p:txBody>
          <a:bodyPr/>
          <a:lstStyle/>
          <a:p>
            <a:r>
              <a:rPr/>
              <a:t>Finite loss and gradient</a:t>
            </a:r>
            <a:endParaRPr lang="it-IT" dirty="0"/>
          </a:p>
        </p:txBody>
      </p:sp>
      <p:sp>
        <p:nvSpPr>
          <p:cNvPr id="8" name="Segnaposto testo 7">
            <a:extLst>
              <a:ext uri="{FF2B5EF4-FFF2-40B4-BE49-F238E27FC236}">
                <ns2:creationId id="{6C77C23D-6260-4919-B0DD-A22A2C1EB68F}"/>
              </a:ext>
            </a:extLst>
          </p:cNvPr>
          <p:cNvSpPr>
            <a:spLocks noGrp="1"/>
          </p:cNvSpPr>
          <p:nvPr>
            <p:ph type="body" sz="quarter" idx="16"/>
          </p:nvPr>
        </p:nvSpPr>
        <p:spPr/>
        <p:txBody>
          <a:bodyPr/>
          <a:lstStyle/>
          <a:p>
            <a:r>
              <a:rPr lang="it-IT" dirty="0" err="1"/>
              <a:t>Parallel-ready member loop</a:t>
            </a:r>
            <a:endParaRPr lang="it-IT" dirty="0"/>
          </a:p>
        </p:txBody>
      </p:sp>
      <p:sp>
        <p:nvSpPr>
          <p:cNvPr id="9" name="Segnaposto contenuto 8">
            <a:extLst>
              <a:ext uri="{FF2B5EF4-FFF2-40B4-BE49-F238E27FC236}">
                <ns2:creationId id="{8024BDDE-0806-4CB6-8AA9-576068767F62}"/>
              </a:ext>
            </a:extLst>
          </p:cNvPr>
          <p:cNvSpPr>
            <a:spLocks noGrp="1"/>
          </p:cNvSpPr>
          <p:nvPr>
            <p:ph idx="17"/>
          </p:nvPr>
        </p:nvSpPr>
        <p:spPr>
          <a:solidFill>
            <a:schemeClr val="bg1">
              <a:lumMod val="65000"/>
            </a:schemeClr>
          </a:solidFill>
        </p:spPr>
        <p:txBody>
          <a:bodyPr/>
          <a:lstStyle/>
          <a:p>
            <a:r>
              <a:rPr/>
              <a:t>Post-update diagnostics</a:t>
            </a:r>
            <a:endParaRPr lang="it-IT"/>
          </a:p>
        </p:txBody>
      </p:sp>
      <p:sp>
        <p:nvSpPr>
          <p:cNvPr id="10" name="Segnaposto testo 9">
            <a:extLst>
              <a:ext uri="{FF2B5EF4-FFF2-40B4-BE49-F238E27FC236}">
                <ns2:creationId id="{4E2A6CD4-B4C5-4CEF-8138-D683DCED0F20}"/>
              </a:ext>
            </a:extLst>
          </p:cNvPr>
          <p:cNvSpPr>
            <a:spLocks noGrp="1"/>
          </p:cNvSpPr>
          <p:nvPr>
            <p:ph type="body" sz="quarter" idx="18"/>
          </p:nvPr>
        </p:nvSpPr>
        <p:spPr/>
        <p:txBody>
          <a:bodyPr/>
          <a:lstStyle/>
          <a:p>
            <a:r>
              <a:rPr lang="it-IT" dirty="0" err="1"/>
              <a:t>Checkpoint-ready state</a:t>
            </a:r>
            <a:endParaRPr lang="it-IT" dirty="0"/>
          </a:p>
        </p:txBody>
      </p:sp>
    </p:spTree>
    <p:extLst>
      <p:ext uri="{BB962C8B-B14F-4D97-AF65-F5344CB8AC3E}">
        <ns3:creationId val="1985054436"/>
      </p:ext>
    </p:extLst>
  </p:cSld>
  <p:clrMapOvr>
    <a:masterClrMapping/>
  </p:clrMapOvr>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CC501520-C777-4446-B7CE-4A3A7122FB51}"/>
              </a:ext>
            </a:extLst>
          </p:cNvPr>
          <p:cNvSpPr>
            <a:spLocks noGrp="1"/>
          </p:cNvSpPr>
          <p:nvPr>
            <p:ph type="title"/>
          </p:nvPr>
        </p:nvSpPr>
        <p:spPr/>
        <p:txBody>
          <a:bodyPr/>
          <a:lstStyle/>
          <a:p>
            <a:r>
              <a:rPr lang="it-IT" dirty="0" err="1"/>
              <a:t>Training loop</a:t>
            </a:r>
          </a:p>
        </p:txBody>
      </p:sp>
      <p:sp>
        <p:nvSpPr>
          <p:cNvPr id="6" name="Segnaposto testo 5">
            <a:extLst>
              <a:ext uri="{FF2B5EF4-FFF2-40B4-BE49-F238E27FC236}">
                <ns2:creationId id="{65B4D1CD-F185-455E-B1F3-9C933669C061}"/>
              </a:ext>
            </a:extLst>
          </p:cNvPr>
          <p:cNvSpPr>
            <a:spLocks noGrp="1"/>
          </p:cNvSpPr>
          <p:nvPr>
            <p:ph type="body" sz="quarter" idx="13"/>
          </p:nvPr>
        </p:nvSpPr>
        <p:spPr/>
        <p:txBody>
          <a:bodyPr/>
          <a:lstStyle/>
          <a:p>
            <a:r>
              <a:rPr lang="it-IT" dirty="0"/>
              <a:t>03.1</a:t>
            </a:r>
          </a:p>
        </p:txBody>
      </p:sp>
    </p:spTree>
    <p:extLst>
      <p:ext uri="{BB962C8B-B14F-4D97-AF65-F5344CB8AC3E}">
        <ns3:creationId val="2932283926"/>
      </p:ext>
    </p:extLst>
  </p:cSld>
  <p:clrMapOvr>
    <a:masterClrMapping/>
  </p:clrMapOvr>
</p:sld>
</file>

<file path=ppt/slides/slide25.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CBA029A5-AA56-4BF5-BB46-EF67A941EFFD}"/>
              </a:ext>
            </a:extLst>
          </p:cNvPr>
          <p:cNvSpPr>
            <a:spLocks noGrp="1"/>
          </p:cNvSpPr>
          <p:nvPr>
            <p:ph type="title"/>
          </p:nvPr>
        </p:nvSpPr>
        <p:spPr/>
        <p:txBody>
          <a:bodyPr/>
          <a:lstStyle/>
          <a:p>
            <a:r>
              <a:rPr lang="it-IT" dirty="0"/>
              <a:t>Rollout and agent training</a:t>
            </a:r>
          </a:p>
        </p:txBody>
      </p:sp>
      <p:sp>
        <p:nvSpPr>
          <p:cNvPr id="3" name="Segnaposto data 2">
            <a:extLst>
              <a:ext uri="{FF2B5EF4-FFF2-40B4-BE49-F238E27FC236}">
                <ns2:creationId id="{3AD0C515-DE12-4255-9844-49312426526D}"/>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ns2:creationId id="{CFB73988-78E4-4327-AADB-8CB48EF2915E}"/>
              </a:ext>
            </a:extLst>
          </p:cNvPr>
          <p:cNvSpPr>
            <a:spLocks noGrp="1"/>
          </p:cNvSpPr>
          <p:nvPr>
            <p:ph type="ftr" sz="quarter" idx="11"/>
          </p:nvPr>
        </p:nvSpPr>
        <p:spPr/>
        <p:txBody>
          <a:bodyPr/>
          <a:lstStyle/>
          <a:p>
            <a:r>
              <a:rPr lang="it-IT"/>
              <a:t>DemoAlgorithm | MaxEnt IRL from demonstrations</a:t>
            </a:r>
            <a:endParaRPr lang="it-IT" dirty="0"/>
          </a:p>
        </p:txBody>
      </p:sp>
      <p:sp>
        <p:nvSpPr>
          <p:cNvPr id="5" name="Segnaposto numero diapositiva 4">
            <a:extLst>
              <a:ext uri="{FF2B5EF4-FFF2-40B4-BE49-F238E27FC236}">
                <ns2:creationId id="{DB230278-33E7-4CAC-BC88-8A9215AFE7C1}"/>
              </a:ext>
            </a:extLst>
          </p:cNvPr>
          <p:cNvSpPr>
            <a:spLocks noGrp="1"/>
          </p:cNvSpPr>
          <p:nvPr>
            <p:ph type="sldNum" sz="quarter" idx="12"/>
          </p:nvPr>
        </p:nvSpPr>
        <p:spPr/>
        <p:txBody>
          <a:bodyPr/>
          <a:lstStyle/>
          <a:p>
            <a:r>
              <a:rPr/>
              <a:t>25</a:t>
            </a:r>
            <a:endParaRPr lang="it-IT"/>
          </a:p>
        </p:txBody>
      </p:sp>
      <p:sp>
        <p:nvSpPr>
          <p:cNvPr id="6" name="Segnaposto testo 5">
            <a:extLst>
              <a:ext uri="{FF2B5EF4-FFF2-40B4-BE49-F238E27FC236}">
                <ns2:creationId id="{ED56311E-6CBA-4C20-9AE1-FCE2FA673CBD}"/>
              </a:ext>
            </a:extLst>
          </p:cNvPr>
          <p:cNvSpPr>
            <a:spLocks noGrp="1"/>
          </p:cNvSpPr>
          <p:nvPr>
            <p:ph type="body" sz="quarter" idx="13"/>
          </p:nvPr>
        </p:nvSpPr>
        <p:spPr/>
        <p:txBody>
          <a:bodyPr>
            <a:normAutofit/>
          </a:bodyPr>
          <a:lstStyle/>
          <a:p>
            <a:r>
              <a:rPr lang="it-IT" dirty="0" err="1"/>
              <a:t>rollout.py samples complete trajectories from TrajectoryGeneratorFromAgent, logs true/model returns, mean length, and action-boundary usage. After reward training and normalization, _train_agent delegates to the underlying SB3 agent for the configured number of steps.</a:t>
            </a:r>
          </a:p>
        </p:txBody>
      </p:sp>
      <p:sp>
        <p:nvSpPr>
          <p:cNvPr id="7" name="Segnaposto testo 6">
            <a:extLst>
              <a:ext uri="{FF2B5EF4-FFF2-40B4-BE49-F238E27FC236}">
                <ns2:creationId id="{D2D0CA00-1685-45E4-B3C7-89473BCCF05C}"/>
              </a:ext>
            </a:extLst>
          </p:cNvPr>
          <p:cNvSpPr>
            <a:spLocks noGrp="1"/>
          </p:cNvSpPr>
          <p:nvPr>
            <p:ph type="body" sz="quarter" idx="14"/>
          </p:nvPr>
        </p:nvSpPr>
        <p:spPr/>
        <p:txBody>
          <a:bodyPr/>
          <a:lstStyle/>
          <a:p>
            <a:r>
              <a:rPr lang="it-IT" dirty="0" err="1"/>
              <a:t>This keeps the algorithm independent of the concrete agent: PPO and SAC can be used as long as the generator and reward path expose the expected interfaces.</a:t>
            </a:r>
          </a:p>
        </p:txBody>
      </p:sp>
      <p:sp>
        <p:nvSpPr>
          <p:cNvPr id="8" name="Segnaposto testo 7">
            <a:extLst>
              <a:ext uri="{FF2B5EF4-FFF2-40B4-BE49-F238E27FC236}">
                <ns2:creationId id="{2474F3F6-B275-4439-B312-A6F07DA7D5FA}"/>
              </a:ext>
            </a:extLst>
          </p:cNvPr>
          <p:cNvSpPr>
            <a:spLocks noGrp="1"/>
          </p:cNvSpPr>
          <p:nvPr>
            <p:ph type="body" sz="quarter" idx="15"/>
          </p:nvPr>
        </p:nvSpPr>
        <p:spPr/>
        <p:txBody>
          <a:bodyPr/>
          <a:lstStyle/>
          <a:p>
            <a:r>
              <a:rPr lang="it-IT" dirty="0"/>
              <a:t>Rollout collection</a:t>
            </a:r>
          </a:p>
        </p:txBody>
      </p:sp>
      <p:sp>
        <p:nvSpPr>
          <p:cNvPr id="9" name="Segnaposto testo 8">
            <a:extLst>
              <a:ext uri="{FF2B5EF4-FFF2-40B4-BE49-F238E27FC236}">
                <ns2:creationId id="{9AB5BA28-3D03-4188-B7B9-4B50DE7E396F}"/>
              </a:ext>
            </a:extLst>
          </p:cNvPr>
          <p:cNvSpPr>
            <a:spLocks noGrp="1"/>
          </p:cNvSpPr>
          <p:nvPr>
            <p:ph type="body" sz="quarter" idx="16"/>
          </p:nvPr>
        </p:nvSpPr>
        <p:spPr/>
        <p:txBody>
          <a:bodyPr/>
          <a:lstStyle/>
          <a:p>
            <a:r>
              <a:rPr lang="it-IT" dirty="0"/>
              <a:t>SB3 agent update</a:t>
            </a:r>
          </a:p>
        </p:txBody>
      </p:sp>
    </p:spTree>
    <p:extLst>
      <p:ext uri="{BB962C8B-B14F-4D97-AF65-F5344CB8AC3E}">
        <ns3:creationId val="2602248869"/>
      </p:ext>
    </p:extLst>
  </p:cSld>
  <p:clrMapOvr>
    <a:masterClrMapping/>
  </p:clrMapOvr>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CBA029A5-AA56-4BF5-BB46-EF67A941EFFD}"/>
              </a:ext>
            </a:extLst>
          </p:cNvPr>
          <p:cNvSpPr>
            <a:spLocks noGrp="1"/>
          </p:cNvSpPr>
          <p:nvPr>
            <p:ph type="title"/>
          </p:nvPr>
        </p:nvSpPr>
        <p:spPr/>
        <p:txBody>
          <a:bodyPr/>
          <a:lstStyle/>
          <a:p>
            <a:r>
              <a:rPr lang="it-IT" dirty="0"/>
              <a:t>Replay relabel and normalization</a:t>
            </a:r>
          </a:p>
        </p:txBody>
      </p:sp>
      <p:sp>
        <p:nvSpPr>
          <p:cNvPr id="3" name="Segnaposto data 2">
            <a:extLst>
              <a:ext uri="{FF2B5EF4-FFF2-40B4-BE49-F238E27FC236}">
                <ns2:creationId id="{3AD0C515-DE12-4255-9844-49312426526D}"/>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ns2:creationId id="{CFB73988-78E4-4327-AADB-8CB48EF2915E}"/>
              </a:ext>
            </a:extLst>
          </p:cNvPr>
          <p:cNvSpPr>
            <a:spLocks noGrp="1"/>
          </p:cNvSpPr>
          <p:nvPr>
            <p:ph type="ftr" sz="quarter" idx="11"/>
          </p:nvPr>
        </p:nvSpPr>
        <p:spPr/>
        <p:txBody>
          <a:bodyPr/>
          <a:lstStyle/>
          <a:p>
            <a:r>
              <a:rPr lang="it-IT"/>
              <a:t>DemoAlgorithm | MaxEnt IRL from demonstrations</a:t>
            </a:r>
            <a:endParaRPr lang="it-IT" dirty="0"/>
          </a:p>
        </p:txBody>
      </p:sp>
      <p:sp>
        <p:nvSpPr>
          <p:cNvPr id="5" name="Segnaposto numero diapositiva 4">
            <a:extLst>
              <a:ext uri="{FF2B5EF4-FFF2-40B4-BE49-F238E27FC236}">
                <ns2:creationId id="{DB230278-33E7-4CAC-BC88-8A9215AFE7C1}"/>
              </a:ext>
            </a:extLst>
          </p:cNvPr>
          <p:cNvSpPr>
            <a:spLocks noGrp="1"/>
          </p:cNvSpPr>
          <p:nvPr>
            <p:ph type="sldNum" sz="quarter" idx="12"/>
          </p:nvPr>
        </p:nvSpPr>
        <p:spPr/>
        <p:txBody>
          <a:bodyPr/>
          <a:lstStyle/>
          <a:p>
            <a:r>
              <a:rPr/>
              <a:t>26</a:t>
            </a:r>
            <a:endParaRPr lang="it-IT"/>
          </a:p>
        </p:txBody>
      </p:sp>
      <p:sp>
        <p:nvSpPr>
          <p:cNvPr id="6" name="Segnaposto testo 5">
            <a:extLst>
              <a:ext uri="{FF2B5EF4-FFF2-40B4-BE49-F238E27FC236}">
                <ns2:creationId id="{ED56311E-6CBA-4C20-9AE1-FCE2FA673CBD}"/>
              </a:ext>
            </a:extLst>
          </p:cNvPr>
          <p:cNvSpPr>
            <a:spLocks noGrp="1"/>
          </p:cNvSpPr>
          <p:nvPr>
            <p:ph type="body" sz="quarter" idx="13"/>
          </p:nvPr>
        </p:nvSpPr>
        <p:spPr/>
        <p:txBody>
          <a:bodyPr>
            <a:normAutofit/>
          </a:bodyPr>
          <a:lstStyle/>
          <a:p>
            <a:r>
              <a:rPr lang="it-IT" dirty="0" err="1"/>
              <a:t>If the agent replay buffer supports reward relabeling, DemoAlgorithm injects the current reward model so off-policy SAC can consume up-to-date learned rewards. Otherwise relabel_rewards=True is rejected.</a:t>
            </a:r>
          </a:p>
        </p:txBody>
      </p:sp>
      <p:sp>
        <p:nvSpPr>
          <p:cNvPr id="7" name="Segnaposto testo 6">
            <a:extLst>
              <a:ext uri="{FF2B5EF4-FFF2-40B4-BE49-F238E27FC236}">
                <ns2:creationId id="{D2D0CA00-1685-45E4-B3C7-89473BCCF05C}"/>
              </a:ext>
            </a:extLst>
          </p:cNvPr>
          <p:cNvSpPr>
            <a:spLocks noGrp="1"/>
          </p:cNvSpPr>
          <p:nvPr>
            <p:ph type="body" sz="quarter" idx="15"/>
          </p:nvPr>
        </p:nvSpPr>
        <p:spPr/>
        <p:txBody>
          <a:bodyPr>
            <a:normAutofit/>
          </a:bodyPr>
          <a:lstStyle/>
          <a:p>
            <a:r>
              <a:rPr lang="it-IT" dirty="0"/>
              <a:t>Relabel rewards</a:t>
            </a:r>
          </a:p>
        </p:txBody>
      </p:sp>
      <p:sp>
        <p:nvSpPr>
          <p:cNvPr id="8" name="Segnaposto testo 7">
            <a:extLst>
              <a:ext uri="{FF2B5EF4-FFF2-40B4-BE49-F238E27FC236}">
                <ns2:creationId id="{2474F3F6-B275-4439-B312-A6F07DA7D5FA}"/>
              </a:ext>
            </a:extLst>
          </p:cNvPr>
          <p:cNvSpPr>
            <a:spLocks noGrp="1"/>
          </p:cNvSpPr>
          <p:nvPr>
            <p:ph type="body" sz="quarter" idx="16"/>
          </p:nvPr>
        </p:nvSpPr>
        <p:spPr/>
        <p:txBody>
          <a:bodyPr/>
          <a:lstStyle/>
          <a:p>
            <a:r>
              <a:rPr lang="it-IT" dirty="0" err="1"/>
              <a:t>The critic can sample current reward predictions instead of stale stored rewards.</a:t>
            </a:r>
          </a:p>
        </p:txBody>
      </p:sp>
      <p:sp>
        <p:nvSpPr>
          <p:cNvPr id="9" name="Segnaposto testo 8">
            <a:extLst>
              <a:ext uri="{FF2B5EF4-FFF2-40B4-BE49-F238E27FC236}">
                <ns2:creationId id="{9AB5BA28-3D03-4188-B7B9-4B50DE7E396F}"/>
              </a:ext>
            </a:extLst>
          </p:cNvPr>
          <p:cNvSpPr>
            <a:spLocks noGrp="1"/>
          </p:cNvSpPr>
          <p:nvPr>
            <p:ph type="body" sz="quarter" idx="17"/>
          </p:nvPr>
        </p:nvSpPr>
        <p:spPr/>
        <p:txBody>
          <a:bodyPr/>
          <a:lstStyle/>
          <a:p>
            <a:r>
              <a:rPr lang="it-IT" dirty="0"/>
              <a:t>Normalize for agent</a:t>
            </a:r>
          </a:p>
        </p:txBody>
      </p:sp>
      <p:sp>
        <p:nvSpPr>
          <p:cNvPr id="10" name="Segnaposto testo 9">
            <a:extLst>
              <a:ext uri="{FF2B5EF4-FFF2-40B4-BE49-F238E27FC236}">
                <ns2:creationId id="{C411A51A-1D65-4F1E-83E6-0D8F2C324A2F}"/>
              </a:ext>
            </a:extLst>
          </p:cNvPr>
          <p:cNvSpPr>
            <a:spLocks noGrp="1"/>
          </p:cNvSpPr>
          <p:nvPr>
            <p:ph type="body" sz="quarter" idx="18"/>
          </p:nvPr>
        </p:nvSpPr>
        <p:spPr/>
        <p:txBody>
          <a:bodyPr/>
          <a:lstStyle/>
          <a:p>
            <a:r>
              <a:rPr lang="it-IT" dirty="0" err="1"/>
              <a:t>Mean/std are fit on the current rollout before policy optimization.</a:t>
            </a:r>
          </a:p>
        </p:txBody>
      </p:sp>
      <p:sp>
        <p:nvSpPr>
          <p:cNvPr id="11" name="Segnaposto testo 10">
            <a:extLst>
              <a:ext uri="{FF2B5EF4-FFF2-40B4-BE49-F238E27FC236}">
                <ns2:creationId id="{F3E97DE3-8BE0-4280-98D3-94596789EF48}"/>
              </a:ext>
            </a:extLst>
          </p:cNvPr>
          <p:cNvSpPr>
            <a:spLocks noGrp="1"/>
          </p:cNvSpPr>
          <p:nvPr>
            <p:ph type="body" sz="quarter" idx="19"/>
          </p:nvPr>
        </p:nvSpPr>
        <p:spPr/>
        <p:txBody>
          <a:bodyPr/>
          <a:lstStyle/>
          <a:p>
            <a:r>
              <a:rPr lang="it-IT" dirty="0"/>
              <a:t>IRL loss uses raw returns</a:t>
            </a:r>
          </a:p>
        </p:txBody>
      </p:sp>
    </p:spTree>
    <p:extLst>
      <p:ext uri="{BB962C8B-B14F-4D97-AF65-F5344CB8AC3E}">
        <ns3:creationId val="775100048"/>
      </p:ext>
    </p:extLst>
  </p:cSld>
  <p:clrMapOvr>
    <a:masterClrMapping/>
  </p:clrMapOvr>
</p:sld>
</file>

<file path=ppt/slides/slide27.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CBA029A5-AA56-4BF5-BB46-EF67A941EFFD}"/>
              </a:ext>
            </a:extLst>
          </p:cNvPr>
          <p:cNvSpPr>
            <a:spLocks noGrp="1"/>
          </p:cNvSpPr>
          <p:nvPr>
            <p:ph type="title"/>
          </p:nvPr>
        </p:nvSpPr>
        <p:spPr/>
        <p:txBody>
          <a:bodyPr/>
          <a:lstStyle/>
          <a:p>
            <a:r>
              <a:rPr lang="it-IT" dirty="0"/>
              <a:t>Implementation modules</a:t>
            </a:r>
          </a:p>
        </p:txBody>
      </p:sp>
      <p:sp>
        <p:nvSpPr>
          <p:cNvPr id="3" name="Segnaposto data 2">
            <a:extLst>
              <a:ext uri="{FF2B5EF4-FFF2-40B4-BE49-F238E27FC236}">
                <ns2:creationId id="{3AD0C515-DE12-4255-9844-49312426526D}"/>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ns2:creationId id="{CFB73988-78E4-4327-AADB-8CB48EF2915E}"/>
              </a:ext>
            </a:extLst>
          </p:cNvPr>
          <p:cNvSpPr>
            <a:spLocks noGrp="1"/>
          </p:cNvSpPr>
          <p:nvPr>
            <p:ph type="ftr" sz="quarter" idx="11"/>
          </p:nvPr>
        </p:nvSpPr>
        <p:spPr/>
        <p:txBody>
          <a:bodyPr/>
          <a:lstStyle/>
          <a:p>
            <a:r>
              <a:rPr lang="it-IT"/>
              <a:t>DemoAlgorithm | MaxEnt IRL from demonstrations</a:t>
            </a:r>
            <a:endParaRPr lang="it-IT" dirty="0"/>
          </a:p>
        </p:txBody>
      </p:sp>
      <p:sp>
        <p:nvSpPr>
          <p:cNvPr id="5" name="Segnaposto numero diapositiva 4">
            <a:extLst>
              <a:ext uri="{FF2B5EF4-FFF2-40B4-BE49-F238E27FC236}">
                <ns2:creationId id="{DB230278-33E7-4CAC-BC88-8A9215AFE7C1}"/>
              </a:ext>
            </a:extLst>
          </p:cNvPr>
          <p:cNvSpPr>
            <a:spLocks noGrp="1"/>
          </p:cNvSpPr>
          <p:nvPr>
            <p:ph type="sldNum" sz="quarter" idx="12"/>
          </p:nvPr>
        </p:nvSpPr>
        <p:spPr/>
        <p:txBody>
          <a:bodyPr/>
          <a:lstStyle/>
          <a:p>
            <a:r>
              <a:rPr/>
              <a:t>27</a:t>
            </a:r>
            <a:endParaRPr lang="it-IT"/>
          </a:p>
        </p:txBody>
      </p:sp>
      <p:sp>
        <p:nvSpPr>
          <p:cNvPr id="6" name="Segnaposto testo 5">
            <a:extLst>
              <a:ext uri="{FF2B5EF4-FFF2-40B4-BE49-F238E27FC236}">
                <ns2:creationId id="{ED56311E-6CBA-4C20-9AE1-FCE2FA673CBD}"/>
              </a:ext>
            </a:extLst>
          </p:cNvPr>
          <p:cNvSpPr>
            <a:spLocks noGrp="1"/>
          </p:cNvSpPr>
          <p:nvPr>
            <p:ph type="body" sz="quarter" idx="13"/>
          </p:nvPr>
        </p:nvSpPr>
        <p:spPr/>
        <p:txBody>
          <a:bodyPr>
            <a:normAutofit/>
          </a:bodyPr>
          <a:lstStyle/>
          <a:p>
            <a:r>
              <a:rPr lang="it-IT" dirty="0" err="1"/>
              <a:t>The public class is mostly orchestration. Behavior lives in focused mixins, making loss experiments and diagnostics easier to isolate.</a:t>
            </a:r>
          </a:p>
        </p:txBody>
      </p:sp>
      <p:sp>
        <p:nvSpPr>
          <p:cNvPr id="7" name="Segnaposto testo 6">
            <a:extLst>
              <a:ext uri="{FF2B5EF4-FFF2-40B4-BE49-F238E27FC236}">
                <ns2:creationId id="{D2D0CA00-1685-45E4-B3C7-89473BCCF05C}"/>
              </a:ext>
            </a:extLst>
          </p:cNvPr>
          <p:cNvSpPr>
            <a:spLocks noGrp="1"/>
          </p:cNvSpPr>
          <p:nvPr>
            <p:ph type="body" sz="quarter" idx="15"/>
          </p:nvPr>
        </p:nvSpPr>
        <p:spPr/>
        <p:txBody>
          <a:bodyPr>
            <a:normAutofit/>
          </a:bodyPr>
          <a:lstStyle/>
          <a:p>
            <a:r>
              <a:rPr lang="it-IT" dirty="0"/>
              <a:t>demo_algorithm.py</a:t>
            </a:r>
          </a:p>
        </p:txBody>
      </p:sp>
      <p:sp>
        <p:nvSpPr>
          <p:cNvPr id="8" name="Segnaposto testo 7">
            <a:extLst>
              <a:ext uri="{FF2B5EF4-FFF2-40B4-BE49-F238E27FC236}">
                <ns2:creationId id="{2474F3F6-B275-4439-B312-A6F07DA7D5FA}"/>
              </a:ext>
            </a:extLst>
          </p:cNvPr>
          <p:cNvSpPr>
            <a:spLocks noGrp="1"/>
          </p:cNvSpPr>
          <p:nvPr>
            <p:ph type="body" sz="quarter" idx="16"/>
          </p:nvPr>
        </p:nvSpPr>
        <p:spPr/>
        <p:txBody>
          <a:bodyPr/>
          <a:lstStyle/>
          <a:p>
            <a:r>
              <a:rPr lang="it-IT" dirty="0" err="1"/>
              <a:t>Owns init, validation, loop, snapshots</a:t>
            </a:r>
          </a:p>
        </p:txBody>
      </p:sp>
      <p:sp>
        <p:nvSpPr>
          <p:cNvPr id="9" name="Segnaposto testo 8">
            <a:extLst>
              <a:ext uri="{FF2B5EF4-FFF2-40B4-BE49-F238E27FC236}">
                <ns2:creationId id="{9AB5BA28-3D03-4188-B7B9-4B50DE7E396F}"/>
              </a:ext>
            </a:extLst>
          </p:cNvPr>
          <p:cNvSpPr>
            <a:spLocks noGrp="1"/>
          </p:cNvSpPr>
          <p:nvPr>
            <p:ph type="body" sz="quarter" idx="17"/>
          </p:nvPr>
        </p:nvSpPr>
        <p:spPr/>
        <p:txBody>
          <a:bodyPr/>
          <a:lstStyle/>
          <a:p>
            <a:r>
              <a:rPr lang="it-IT" dirty="0"/>
              <a:t>losses.py</a:t>
            </a:r>
          </a:p>
        </p:txBody>
      </p:sp>
      <p:sp>
        <p:nvSpPr>
          <p:cNvPr id="10" name="Segnaposto testo 9">
            <a:extLst>
              <a:ext uri="{FF2B5EF4-FFF2-40B4-BE49-F238E27FC236}">
                <ns2:creationId id="{C411A51A-1D65-4F1E-83E6-0D8F2C324A2F}"/>
              </a:ext>
            </a:extLst>
          </p:cNvPr>
          <p:cNvSpPr>
            <a:spLocks noGrp="1"/>
          </p:cNvSpPr>
          <p:nvPr>
            <p:ph type="body" sz="quarter" idx="18"/>
          </p:nvPr>
        </p:nvSpPr>
        <p:spPr/>
        <p:txBody>
          <a:bodyPr/>
          <a:lstStyle/>
          <a:p>
            <a:r>
              <a:rPr lang="it-IT" dirty="0" err="1"/>
              <a:t>Computes returns, MaxEnt variants, q_fus</a:t>
            </a:r>
          </a:p>
        </p:txBody>
      </p:sp>
      <p:sp>
        <p:nvSpPr>
          <p:cNvPr id="11" name="Segnaposto testo 10">
            <a:extLst>
              <a:ext uri="{FF2B5EF4-FFF2-40B4-BE49-F238E27FC236}">
                <ns2:creationId id="{F3E97DE3-8BE0-4280-98D3-94596789EF48}"/>
              </a:ext>
            </a:extLst>
          </p:cNvPr>
          <p:cNvSpPr>
            <a:spLocks noGrp="1"/>
          </p:cNvSpPr>
          <p:nvPr>
            <p:ph type="body" sz="quarter" idx="19"/>
          </p:nvPr>
        </p:nvSpPr>
        <p:spPr/>
        <p:txBody>
          <a:bodyPr/>
          <a:lstStyle/>
          <a:p>
            <a:r>
              <a:rPr lang="it-IT" dirty="0"/>
              <a:t>reward_training.py</a:t>
            </a:r>
          </a:p>
        </p:txBody>
      </p:sp>
      <p:sp>
        <p:nvSpPr>
          <p:cNvPr id="12" name="Segnaposto testo 11">
            <a:extLst>
              <a:ext uri="{FF2B5EF4-FFF2-40B4-BE49-F238E27FC236}">
                <ns2:creationId id="{59C39954-EA2A-4254-BE29-0810965A03A8}"/>
              </a:ext>
            </a:extLst>
          </p:cNvPr>
          <p:cNvSpPr>
            <a:spLocks noGrp="1"/>
          </p:cNvSpPr>
          <p:nvPr>
            <p:ph type="body" sz="quarter" idx="20"/>
          </p:nvPr>
        </p:nvSpPr>
        <p:spPr/>
        <p:txBody>
          <a:bodyPr/>
          <a:lstStyle/>
          <a:p>
            <a:r>
              <a:rPr lang="it-IT" dirty="0" err="1"/>
              <a:t>Optimizes reward ensemble and normalization</a:t>
            </a:r>
          </a:p>
        </p:txBody>
      </p:sp>
      <p:sp>
        <p:nvSpPr>
          <p:cNvPr id="13" name="Segnaposto testo 12">
            <a:extLst>
              <a:ext uri="{FF2B5EF4-FFF2-40B4-BE49-F238E27FC236}">
                <ns2:creationId id="{606EC75C-1EEB-49C6-A710-0ABABA36B2E7}"/>
              </a:ext>
            </a:extLst>
          </p:cNvPr>
          <p:cNvSpPr>
            <a:spLocks noGrp="1"/>
          </p:cNvSpPr>
          <p:nvPr>
            <p:ph type="body" sz="quarter" idx="21"/>
          </p:nvPr>
        </p:nvSpPr>
        <p:spPr/>
        <p:txBody>
          <a:bodyPr/>
          <a:lstStyle/>
          <a:p>
            <a:r>
              <a:rPr lang="it-IT" dirty="0"/>
              <a:t>diagnostics.py: reward semantics, ranking, replay drift</a:t>
            </a:r>
          </a:p>
        </p:txBody>
      </p:sp>
      <p:sp>
        <p:nvSpPr>
          <p:cNvPr id="14" name="Segnaposto testo 6">
            <a:extLst>
              <a:ext uri="{FF2B5EF4-FFF2-40B4-BE49-F238E27FC236}">
                <ns2:creationId id="{933608BD-234C-46E6-9E2E-BB49C4702D45}"/>
              </a:ext>
            </a:extLst>
          </p:cNvPr>
          <p:cNvSpPr txBox="1">
            <a:spLocks/>
          </p:cNvSpPr>
          <p:nvPr/>
        </p:nvSpPr>
        <p:spPr>
          <a:xfrm>
            <a:off x="568643" y="4920046"/>
            <a:ext cx="2503514" cy="441325"/>
          </a:xfrm>
          <a:prstGeom prst="rect">
            <a:avLst/>
          </a:prstGeom>
        </p:spPr>
        <p:txBody>
          <a:bodyPr vert="horz" lIns="0" tIns="0" rIns="0" bIns="0" rtlCol="0" anchor="b">
            <a:noAutofit/>
          </a:bodyPr>
          <a:lstStyle>
            <a:lvl1pPr marL="0" indent="0" algn="l" defTabSz="914400" rtl="0" eaLnBrk="1" latinLnBrk="0" hangingPunct="1">
              <a:lnSpc>
                <a:spcPct val="120000"/>
              </a:lnSpc>
              <a:spcBef>
                <a:spcPts val="0"/>
              </a:spcBef>
              <a:buFont typeface="Arial" panose="020B0604020202020204" pitchFamily="34" charset="0"/>
              <a:buNone/>
              <a:defRPr lang="it-IT" sz="1400" b="1" kern="1200">
                <a:solidFill>
                  <a:schemeClr val="tx1"/>
                </a:solidFill>
                <a:latin typeface="+mj-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600" b="1" kern="1200">
                <a:solidFill>
                  <a:schemeClr val="tx1"/>
                </a:solidFill>
                <a:latin typeface="+mj-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600" b="1" kern="1200">
                <a:solidFill>
                  <a:schemeClr val="tx1"/>
                </a:solidFill>
                <a:latin typeface="+mj-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600" b="1" kern="1200">
                <a:solidFill>
                  <a:schemeClr val="tx1"/>
                </a:solidFill>
                <a:latin typeface="+mj-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6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t-IT" sz="4400" dirty="0">
                <a:solidFill>
                  <a:schemeClr val="accent1"/>
                </a:solidFill>
              </a:rPr>
              <a:t>6</a:t>
            </a:r>
          </a:p>
        </p:txBody>
      </p:sp>
      <p:sp>
        <p:nvSpPr>
          <p:cNvPr id="15" name="Segnaposto testo 8">
            <a:extLst>
              <a:ext uri="{FF2B5EF4-FFF2-40B4-BE49-F238E27FC236}">
                <ns2:creationId id="{07C2EAF6-63C6-49CB-99EE-2E66E225E415}"/>
              </a:ext>
            </a:extLst>
          </p:cNvPr>
          <p:cNvSpPr txBox="1">
            <a:spLocks/>
          </p:cNvSpPr>
          <p:nvPr/>
        </p:nvSpPr>
        <p:spPr>
          <a:xfrm>
            <a:off x="3414584" y="4920046"/>
            <a:ext cx="2503514" cy="441325"/>
          </a:xfrm>
          <a:prstGeom prst="rect">
            <a:avLst/>
          </a:prstGeom>
        </p:spPr>
        <p:txBody>
          <a:bodyPr vert="horz" lIns="0" tIns="0" rIns="0" bIns="0" rtlCol="0" anchor="b">
            <a:noAutofit/>
          </a:bodyPr>
          <a:lstStyle>
            <a:lvl1pPr marL="0" indent="0" algn="l" defTabSz="914400" rtl="0" eaLnBrk="1" latinLnBrk="0" hangingPunct="1">
              <a:lnSpc>
                <a:spcPct val="120000"/>
              </a:lnSpc>
              <a:spcBef>
                <a:spcPts val="0"/>
              </a:spcBef>
              <a:buFont typeface="Arial" panose="020B0604020202020204" pitchFamily="34" charset="0"/>
              <a:buNone/>
              <a:defRPr lang="it-IT" sz="1400" b="1" kern="1200">
                <a:solidFill>
                  <a:schemeClr val="tx1"/>
                </a:solidFill>
                <a:latin typeface="+mj-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600" b="1" kern="1200">
                <a:solidFill>
                  <a:schemeClr val="tx1"/>
                </a:solidFill>
                <a:latin typeface="+mj-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600" b="1" kern="1200">
                <a:solidFill>
                  <a:schemeClr val="tx1"/>
                </a:solidFill>
                <a:latin typeface="+mj-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600" b="1" kern="1200">
                <a:solidFill>
                  <a:schemeClr val="tx1"/>
                </a:solidFill>
                <a:latin typeface="+mj-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6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t-IT" sz="4400" dirty="0">
                <a:solidFill>
                  <a:schemeClr val="accent1"/>
                </a:solidFill>
              </a:rPr>
              <a:t>3</a:t>
            </a:r>
          </a:p>
        </p:txBody>
      </p:sp>
      <p:sp>
        <p:nvSpPr>
          <p:cNvPr id="16" name="Segnaposto testo 10">
            <a:extLst>
              <a:ext uri="{FF2B5EF4-FFF2-40B4-BE49-F238E27FC236}">
                <ns2:creationId id="{BB40F14E-36E6-4749-9130-A155F8BE3D0E}"/>
              </a:ext>
            </a:extLst>
          </p:cNvPr>
          <p:cNvSpPr txBox="1">
            <a:spLocks/>
          </p:cNvSpPr>
          <p:nvPr/>
        </p:nvSpPr>
        <p:spPr>
          <a:xfrm>
            <a:off x="6250252" y="4920046"/>
            <a:ext cx="2503514" cy="441325"/>
          </a:xfrm>
          <a:prstGeom prst="rect">
            <a:avLst/>
          </a:prstGeom>
        </p:spPr>
        <p:txBody>
          <a:bodyPr vert="horz" lIns="0" tIns="0" rIns="0" bIns="0" rtlCol="0" anchor="b">
            <a:noAutofit/>
          </a:bodyPr>
          <a:lstStyle>
            <a:lvl1pPr marL="0" indent="0" algn="l" defTabSz="914400" rtl="0" eaLnBrk="1" latinLnBrk="0" hangingPunct="1">
              <a:lnSpc>
                <a:spcPct val="120000"/>
              </a:lnSpc>
              <a:spcBef>
                <a:spcPts val="0"/>
              </a:spcBef>
              <a:buFont typeface="Arial" panose="020B0604020202020204" pitchFamily="34" charset="0"/>
              <a:buNone/>
              <a:defRPr lang="it-IT" sz="1400" b="1" kern="1200">
                <a:solidFill>
                  <a:schemeClr val="tx1"/>
                </a:solidFill>
                <a:latin typeface="+mj-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600" b="1" kern="1200">
                <a:solidFill>
                  <a:schemeClr val="tx1"/>
                </a:solidFill>
                <a:latin typeface="+mj-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600" b="1" kern="1200">
                <a:solidFill>
                  <a:schemeClr val="tx1"/>
                </a:solidFill>
                <a:latin typeface="+mj-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600" b="1" kern="1200">
                <a:solidFill>
                  <a:schemeClr val="tx1"/>
                </a:solidFill>
                <a:latin typeface="+mj-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6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t-IT" sz="4400" dirty="0">
                <a:solidFill>
                  <a:schemeClr val="accent1"/>
                </a:solidFill>
              </a:rPr>
              <a:t>5</a:t>
            </a:r>
          </a:p>
        </p:txBody>
      </p:sp>
      <p:sp>
        <p:nvSpPr>
          <p:cNvPr id="17" name="Segnaposto testo 12">
            <a:extLst>
              <a:ext uri="{FF2B5EF4-FFF2-40B4-BE49-F238E27FC236}">
                <ns2:creationId id="{6FD20D75-209B-4176-9146-D7D0280D7AB5}"/>
              </a:ext>
            </a:extLst>
          </p:cNvPr>
          <p:cNvSpPr txBox="1">
            <a:spLocks/>
          </p:cNvSpPr>
          <p:nvPr/>
        </p:nvSpPr>
        <p:spPr>
          <a:xfrm>
            <a:off x="9157839" y="4920046"/>
            <a:ext cx="2503514" cy="441325"/>
          </a:xfrm>
          <a:prstGeom prst="rect">
            <a:avLst/>
          </a:prstGeom>
        </p:spPr>
        <p:txBody>
          <a:bodyPr vert="horz" lIns="0" tIns="0" rIns="0" bIns="0" rtlCol="0" anchor="b">
            <a:noAutofit/>
          </a:bodyPr>
          <a:lstStyle>
            <a:lvl1pPr marL="0" indent="0" algn="l" defTabSz="914400" rtl="0" eaLnBrk="1" latinLnBrk="0" hangingPunct="1">
              <a:lnSpc>
                <a:spcPct val="120000"/>
              </a:lnSpc>
              <a:spcBef>
                <a:spcPts val="0"/>
              </a:spcBef>
              <a:buFont typeface="Arial" panose="020B0604020202020204" pitchFamily="34" charset="0"/>
              <a:buNone/>
              <a:defRPr lang="it-IT" sz="1400" b="1" kern="1200">
                <a:solidFill>
                  <a:schemeClr val="tx1"/>
                </a:solidFill>
                <a:latin typeface="+mj-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600" b="1" kern="1200">
                <a:solidFill>
                  <a:schemeClr val="tx1"/>
                </a:solidFill>
                <a:latin typeface="+mj-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600" b="1" kern="1200">
                <a:solidFill>
                  <a:schemeClr val="tx1"/>
                </a:solidFill>
                <a:latin typeface="+mj-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600" b="1" kern="1200">
                <a:solidFill>
                  <a:schemeClr val="tx1"/>
                </a:solidFill>
                <a:latin typeface="+mj-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6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t-IT" sz="4400" dirty="0">
                <a:solidFill>
                  <a:schemeClr val="accent1"/>
                </a:solidFill>
              </a:rPr>
              <a:t>2</a:t>
            </a:r>
          </a:p>
        </p:txBody>
      </p:sp>
      <p:sp>
        <p:nvSpPr>
          <p:cNvPr id="18" name="Segnaposto testo 5">
            <a:extLst>
              <a:ext uri="{FF2B5EF4-FFF2-40B4-BE49-F238E27FC236}">
                <ns2:creationId id="{31A4AC16-B715-4DBC-9E40-94602B0EEFB6}"/>
              </a:ext>
            </a:extLst>
          </p:cNvPr>
          <p:cNvSpPr txBox="1">
            <a:spLocks/>
          </p:cNvSpPr>
          <p:nvPr/>
        </p:nvSpPr>
        <p:spPr>
          <a:xfrm>
            <a:off x="568620" y="5451508"/>
            <a:ext cx="2503621" cy="441325"/>
          </a:xfrm>
          <a:prstGeom prst="rect">
            <a:avLst/>
          </a:prstGeom>
        </p:spPr>
        <p:txBody>
          <a:bodyPr vert="horz" lIns="0" tIns="0" rIns="0" bIns="0" rtlCol="0">
            <a:normAutofit/>
          </a:bodyPr>
          <a:lstStyle>
            <a:lvl1pPr marL="0" indent="0" algn="l" defTabSz="914400" rtl="0" eaLnBrk="1" latinLnBrk="0" hangingPunct="1">
              <a:lnSpc>
                <a:spcPct val="120000"/>
              </a:lnSpc>
              <a:spcBef>
                <a:spcPts val="0"/>
              </a:spcBef>
              <a:buFont typeface="Arial" panose="020B0604020202020204" pitchFamily="34" charset="0"/>
              <a:buNone/>
              <a:defRPr lang="it-IT" sz="1200" kern="120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200" kern="120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200" kern="1200">
                <a:solidFill>
                  <a:schemeClr val="tx1"/>
                </a:solidFill>
                <a:latin typeface="+mn-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200" kern="1200">
                <a:solidFill>
                  <a:schemeClr val="tx1"/>
                </a:solidFill>
                <a:latin typeface="+mn-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t-IT" sz="1600" dirty="0" err="1"/>
              <a:t>core modules</a:t>
            </a:r>
            <a:endParaRPr lang="it-IT" sz="1600" dirty="0"/>
          </a:p>
        </p:txBody>
      </p:sp>
      <p:sp>
        <p:nvSpPr>
          <p:cNvPr id="19" name="Segnaposto testo 7">
            <a:extLst>
              <a:ext uri="{FF2B5EF4-FFF2-40B4-BE49-F238E27FC236}">
                <ns2:creationId id="{5DB17FA4-8550-499C-98A8-CDD629CC2B2D}"/>
              </a:ext>
            </a:extLst>
          </p:cNvPr>
          <p:cNvSpPr txBox="1">
            <a:spLocks/>
          </p:cNvSpPr>
          <p:nvPr/>
        </p:nvSpPr>
        <p:spPr>
          <a:xfrm>
            <a:off x="3414561" y="5451508"/>
            <a:ext cx="2503621" cy="441325"/>
          </a:xfrm>
          <a:prstGeom prst="rect">
            <a:avLst/>
          </a:prstGeom>
        </p:spPr>
        <p:txBody>
          <a:bodyPr vert="horz" lIns="0" tIns="0" rIns="0" bIns="0" rtlCol="0">
            <a:normAutofit/>
          </a:bodyPr>
          <a:lstStyle>
            <a:lvl1pPr marL="0" indent="0" algn="l" defTabSz="914400" rtl="0" eaLnBrk="1" latinLnBrk="0" hangingPunct="1">
              <a:lnSpc>
                <a:spcPct val="120000"/>
              </a:lnSpc>
              <a:spcBef>
                <a:spcPts val="0"/>
              </a:spcBef>
              <a:buFont typeface="Arial" panose="020B0604020202020204" pitchFamily="34" charset="0"/>
              <a:buNone/>
              <a:defRPr lang="it-IT" sz="1200" kern="120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200" kern="120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200" kern="1200">
                <a:solidFill>
                  <a:schemeClr val="tx1"/>
                </a:solidFill>
                <a:latin typeface="+mn-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200" kern="1200">
                <a:solidFill>
                  <a:schemeClr val="tx1"/>
                </a:solidFill>
                <a:latin typeface="+mn-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t-IT" sz="1600" dirty="0" err="1"/>
              <a:t>reward ensemble members</a:t>
            </a:r>
            <a:endParaRPr lang="it-IT" sz="1600" dirty="0"/>
          </a:p>
        </p:txBody>
      </p:sp>
      <p:sp>
        <p:nvSpPr>
          <p:cNvPr id="20" name="Segnaposto testo 9">
            <a:extLst>
              <a:ext uri="{FF2B5EF4-FFF2-40B4-BE49-F238E27FC236}">
                <ns2:creationId id="{5625A465-EFD0-4DF9-BE1C-7DD2F8D90F2A}"/>
              </a:ext>
            </a:extLst>
          </p:cNvPr>
          <p:cNvSpPr txBox="1">
            <a:spLocks/>
          </p:cNvSpPr>
          <p:nvPr/>
        </p:nvSpPr>
        <p:spPr>
          <a:xfrm>
            <a:off x="6250229" y="5451508"/>
            <a:ext cx="2503621" cy="441325"/>
          </a:xfrm>
          <a:prstGeom prst="rect">
            <a:avLst/>
          </a:prstGeom>
        </p:spPr>
        <p:txBody>
          <a:bodyPr vert="horz" lIns="0" tIns="0" rIns="0" bIns="0" rtlCol="0">
            <a:normAutofit/>
          </a:bodyPr>
          <a:lstStyle>
            <a:lvl1pPr marL="0" indent="0" algn="l" defTabSz="914400" rtl="0" eaLnBrk="1" latinLnBrk="0" hangingPunct="1">
              <a:lnSpc>
                <a:spcPct val="120000"/>
              </a:lnSpc>
              <a:spcBef>
                <a:spcPts val="0"/>
              </a:spcBef>
              <a:buFont typeface="Arial" panose="020B0604020202020204" pitchFamily="34" charset="0"/>
              <a:buNone/>
              <a:defRPr lang="it-IT" sz="1200" kern="120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200" kern="120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200" kern="1200">
                <a:solidFill>
                  <a:schemeClr val="tx1"/>
                </a:solidFill>
                <a:latin typeface="+mn-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200" kern="1200">
                <a:solidFill>
                  <a:schemeClr val="tx1"/>
                </a:solidFill>
                <a:latin typeface="+mn-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t-IT" sz="1600" dirty="0" err="1"/>
              <a:t>implemented losses</a:t>
            </a:r>
            <a:endParaRPr lang="it-IT" sz="1600" dirty="0"/>
          </a:p>
        </p:txBody>
      </p:sp>
      <p:sp>
        <p:nvSpPr>
          <p:cNvPr id="21" name="Segnaposto testo 11">
            <a:extLst>
              <a:ext uri="{FF2B5EF4-FFF2-40B4-BE49-F238E27FC236}">
                <ns2:creationId id="{DA8E7212-C34D-48DE-899D-E61DFCDDD913}"/>
              </a:ext>
            </a:extLst>
          </p:cNvPr>
          <p:cNvSpPr txBox="1">
            <a:spLocks/>
          </p:cNvSpPr>
          <p:nvPr/>
        </p:nvSpPr>
        <p:spPr>
          <a:xfrm>
            <a:off x="9157816" y="5451508"/>
            <a:ext cx="2503621" cy="441325"/>
          </a:xfrm>
          <a:prstGeom prst="rect">
            <a:avLst/>
          </a:prstGeom>
        </p:spPr>
        <p:txBody>
          <a:bodyPr vert="horz" lIns="0" tIns="0" rIns="0" bIns="0" rtlCol="0">
            <a:normAutofit/>
          </a:bodyPr>
          <a:lstStyle>
            <a:lvl1pPr marL="0" indent="0" algn="l" defTabSz="914400" rtl="0" eaLnBrk="1" latinLnBrk="0" hangingPunct="1">
              <a:lnSpc>
                <a:spcPct val="120000"/>
              </a:lnSpc>
              <a:spcBef>
                <a:spcPts val="0"/>
              </a:spcBef>
              <a:buFont typeface="Arial" panose="020B0604020202020204" pitchFamily="34" charset="0"/>
              <a:buNone/>
              <a:defRPr lang="it-IT" sz="1200" kern="120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lang="it-IT" sz="1200" kern="120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lang="it-IT" sz="1200" kern="1200">
                <a:solidFill>
                  <a:schemeClr val="tx1"/>
                </a:solidFill>
                <a:latin typeface="+mn-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lang="it-IT" sz="1200" kern="1200">
                <a:solidFill>
                  <a:schemeClr val="tx1"/>
                </a:solidFill>
                <a:latin typeface="+mn-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lang="it-IT"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t-IT" sz="1600" dirty="0" err="1"/>
              <a:t>main reports used</a:t>
            </a:r>
            <a:endParaRPr lang="it-IT" sz="1600" dirty="0"/>
          </a:p>
        </p:txBody>
      </p:sp>
    </p:spTree>
    <p:extLst>
      <p:ext uri="{BB962C8B-B14F-4D97-AF65-F5344CB8AC3E}">
        <ns3:creationId val="4153947135"/>
      </p:ext>
    </p:extLst>
  </p:cSld>
  <p:clrMapOvr>
    <a:masterClrMapping/>
  </p:clrMapOvr>
</p:sld>
</file>

<file path=ppt/slides/slide28.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463A8D85-B6B6-48CB-B3ED-537C4F175161}"/>
              </a:ext>
            </a:extLst>
          </p:cNvPr>
          <p:cNvSpPr>
            <a:spLocks noGrp="1"/>
          </p:cNvSpPr>
          <p:nvPr>
            <p:ph type="title"/>
          </p:nvPr>
        </p:nvSpPr>
        <p:spPr/>
        <p:txBody>
          <a:bodyPr/>
          <a:lstStyle/>
          <a:p>
            <a:r>
              <a:rPr lang="it-IT" dirty="0" err="1"/>
              <a:t>Results and interpretation</a:t>
            </a:r>
            <a:endParaRPr lang="it-IT" dirty="0"/>
          </a:p>
        </p:txBody>
      </p:sp>
      <p:sp>
        <p:nvSpPr>
          <p:cNvPr id="3" name="Segnaposto data 2">
            <a:extLst>
              <a:ext uri="{FF2B5EF4-FFF2-40B4-BE49-F238E27FC236}">
                <ns2:creationId id="{E67F664C-D90C-4B92-B858-F70AAEB6223F}"/>
              </a:ext>
            </a:extLst>
          </p:cNvPr>
          <p:cNvSpPr>
            <a:spLocks noGrp="1"/>
          </p:cNvSpPr>
          <p:nvPr>
            <p:ph type="dt" sz="half" idx="10"/>
          </p:nvPr>
        </p:nvSpPr>
        <p:spPr/>
        <p:txBody>
          <a:bodyPr/>
          <a:lstStyle/>
          <a:p>
            <a:r>
              <a:rPr lang="it-IT"/>
              <a:t>POLITECNICO DI MILANO</a:t>
            </a:r>
            <a:endParaRPr lang="it-IT" dirty="0"/>
          </a:p>
        </p:txBody>
      </p:sp>
      <p:sp>
        <p:nvSpPr>
          <p:cNvPr id="4" name="Segnaposto piè di pagina 3">
            <a:extLst>
              <a:ext uri="{FF2B5EF4-FFF2-40B4-BE49-F238E27FC236}">
                <ns2:creationId id="{EDD3E0E3-A868-4089-8C28-6190B934786A}"/>
              </a:ext>
            </a:extLst>
          </p:cNvPr>
          <p:cNvSpPr>
            <a:spLocks noGrp="1"/>
          </p:cNvSpPr>
          <p:nvPr>
            <p:ph type="ftr" sz="quarter" idx="11"/>
          </p:nvPr>
        </p:nvSpPr>
        <p:spPr/>
        <p:txBody>
          <a:bodyPr/>
          <a:lstStyle/>
          <a:p>
            <a:r>
              <a:rPr lang="it-IT"/>
              <a:t>DemoAlgorithm | MaxEnt IRL from demonstrations</a:t>
            </a:r>
            <a:endParaRPr lang="it-IT" dirty="0"/>
          </a:p>
        </p:txBody>
      </p:sp>
      <p:sp>
        <p:nvSpPr>
          <p:cNvPr id="5" name="Segnaposto numero diapositiva 4">
            <a:extLst>
              <a:ext uri="{FF2B5EF4-FFF2-40B4-BE49-F238E27FC236}">
                <ns2:creationId id="{2A2BBF6F-2614-41BB-BD60-265F19474477}"/>
              </a:ext>
            </a:extLst>
          </p:cNvPr>
          <p:cNvSpPr>
            <a:spLocks noGrp="1"/>
          </p:cNvSpPr>
          <p:nvPr>
            <p:ph type="sldNum" sz="quarter" idx="12"/>
          </p:nvPr>
        </p:nvSpPr>
        <p:spPr/>
        <p:txBody>
          <a:bodyPr/>
          <a:lstStyle/>
          <a:p>
            <a:r>
              <a:rPr/>
              <a:t>28</a:t>
            </a:r>
            <a:endParaRPr lang="it-IT"/>
          </a:p>
        </p:txBody>
      </p:sp>
    </p:spTree>
    <p:extLst>
      <p:ext uri="{BB962C8B-B14F-4D97-AF65-F5344CB8AC3E}">
        <ns3:creationId val="3490336547"/>
      </p:ext>
    </p:extLst>
  </p:cSld>
  <p:clrMapOvr>
    <a:masterClrMapping/>
  </p:clrMapOvr>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drawing/2010/main" xmlns:ns5="http://schemas.microsoft.com/office/powerpoint/2010/main" xmlns:p="http://schemas.openxmlformats.org/presentationml/2006/main">
  <p:cSld>
    <p:spTree>
      <p:nvGrpSpPr>
        <p:cNvPr id="1" name=""/>
        <p:cNvGrpSpPr/>
        <p:nvPr/>
      </p:nvGrpSpPr>
      <p:grpSpPr>
        <a:xfrm>
          <a:off x="0" y="0"/>
          <a:ext cx="0" cy="0"/>
          <a:chOff x="0" y="0"/>
          <a:chExt cx="0" cy="0"/>
        </a:xfrm>
      </p:grpSpPr>
      <p:pic>
        <p:nvPicPr>
          <p:cNvPr id="10" name="Immagine 9">
            <a:extLst>
              <a:ext uri="{FF2B5EF4-FFF2-40B4-BE49-F238E27FC236}">
                <ns2:creationId id="{3C5C5A61-26EA-4F1E-8FF5-9D0F1FD84783}"/>
              </a:ext>
            </a:extLst>
          </p:cNvPr>
          <p:cNvPicPr>
            <a:picLocks noChangeAspect="1"/>
          </p:cNvPicPr>
          <p:nvPr/>
        </p:nvPicPr>
        <p:blipFill>
          <a:blip ns3:embed="rId2">
            <a:alphaModFix amt="20000"/>
            <a:extLst>
              <a:ext uri="{BEBA8EAE-BF5A-486C-A8C5-ECC9F3942E4B}">
                <ns4:imgProps>
                  <ns4:imgLayer ns3:embed="rId3">
                    <ns4:imgEffect>
                      <ns4:saturation sat="0"/>
                    </ns4:imgEffect>
                  </ns4:imgLayer>
                </ns4:imgProps>
              </a:ext>
              <a:ext uri="{28A0092B-C50C-407E-A947-70E740481C1C}">
                <ns4:useLocalDpi val="0"/>
              </a:ext>
            </a:extLst>
          </a:blip>
          <a:srcRect t="14507" b="14507"/>
          <a:stretch/>
        </p:blipFill>
        <p:spPr>
          <a:xfrm>
            <a:off x="0" y="0"/>
            <a:ext cx="12192000" cy="6858000"/>
          </a:xfrm>
          <a:prstGeom prst="rect">
            <a:avLst/>
          </a:prstGeom>
        </p:spPr>
      </p:pic>
      <p:sp>
        <p:nvSpPr>
          <p:cNvPr id="6" name="Titolo 5">
            <a:extLst>
              <a:ext uri="{FF2B5EF4-FFF2-40B4-BE49-F238E27FC236}">
                <ns2:creationId id="{D8C19788-EF51-45C0-82E1-9F4E02ACA384}"/>
              </a:ext>
            </a:extLst>
          </p:cNvPr>
          <p:cNvSpPr>
            <a:spLocks noGrp="1"/>
          </p:cNvSpPr>
          <p:nvPr>
            <p:ph type="title"/>
          </p:nvPr>
        </p:nvSpPr>
        <p:spPr/>
        <p:txBody>
          <a:bodyPr/>
          <a:lstStyle/>
          <a:p>
            <a:r>
              <a:rPr lang="it-IT" dirty="0" err="1"/>
              <a:t>Practical takeaway</a:t>
            </a:r>
            <a:endParaRPr lang="it-IT" dirty="0"/>
          </a:p>
        </p:txBody>
      </p:sp>
      <p:sp>
        <p:nvSpPr>
          <p:cNvPr id="5" name="Segnaposto numero diapositiva 4">
            <a:extLst>
              <a:ext uri="{FF2B5EF4-FFF2-40B4-BE49-F238E27FC236}">
                <ns2:creationId id="{91ED8DE6-1EAD-4D0F-B256-EF82E9064FF3}"/>
              </a:ext>
            </a:extLst>
          </p:cNvPr>
          <p:cNvSpPr>
            <a:spLocks noGrp="1"/>
          </p:cNvSpPr>
          <p:nvPr>
            <p:ph type="sldNum" sz="quarter" idx="12"/>
          </p:nvPr>
        </p:nvSpPr>
        <p:spPr/>
        <p:txBody>
          <a:bodyPr/>
          <a:lstStyle/>
          <a:p>
            <a:r>
              <a:rPr/>
              <a:t>29</a:t>
            </a:r>
            <a:endParaRPr lang="it-IT"/>
          </a:p>
        </p:txBody>
      </p:sp>
      <p:sp>
        <p:nvSpPr>
          <p:cNvPr id="7" name="Segnaposto testo 6">
            <a:extLst>
              <a:ext uri="{FF2B5EF4-FFF2-40B4-BE49-F238E27FC236}">
                <ns2:creationId id="{9C0B3233-59E0-4E29-8E18-88ADAC283C62}"/>
              </a:ext>
            </a:extLst>
          </p:cNvPr>
          <p:cNvSpPr>
            <a:spLocks noGrp="1"/>
          </p:cNvSpPr>
          <p:nvPr>
            <p:ph type="body" sz="quarter" idx="13"/>
          </p:nvPr>
        </p:nvSpPr>
        <p:spPr/>
        <p:txBody>
          <a:bodyPr/>
          <a:lstStyle/>
          <a:p>
            <a:r>
              <a:rPr lang="it-IT" dirty="0"/>
              <a:t>Use maxent_corrected for imitation claims; judge it with AUC and ESS</a:t>
            </a:r>
          </a:p>
        </p:txBody>
      </p:sp>
      <p:sp>
        <p:nvSpPr>
          <p:cNvPr id="2" name="Segnaposto data 1">
            <a:extLst>
              <a:ext uri="{FF2B5EF4-FFF2-40B4-BE49-F238E27FC236}">
                <ns2:creationId id="{91E119FC-D85F-4C5E-8833-B9DAF5913058}"/>
              </a:ext>
            </a:extLst>
          </p:cNvPr>
          <p:cNvSpPr>
            <a:spLocks noGrp="1"/>
          </p:cNvSpPr>
          <p:nvPr>
            <p:ph type="dt" sz="half" idx="10"/>
          </p:nvPr>
        </p:nvSpPr>
        <p:spPr/>
        <p:txBody>
          <a:bodyPr/>
          <a:lstStyle/>
          <a:p>
            <a:r>
              <a:rPr lang="it-IT"/>
              <a:t>POLITECNICO DI MILANO</a:t>
            </a:r>
            <a:endParaRPr lang="it-IT" dirty="0"/>
          </a:p>
        </p:txBody>
      </p:sp>
      <p:sp>
        <p:nvSpPr>
          <p:cNvPr id="3" name="Segnaposto piè di pagina 2">
            <a:extLst>
              <a:ext uri="{FF2B5EF4-FFF2-40B4-BE49-F238E27FC236}">
                <ns2:creationId id="{C51EA500-D664-4B0D-8DAA-E59C3D54ECEA}"/>
              </a:ext>
            </a:extLst>
          </p:cNvPr>
          <p:cNvSpPr>
            <a:spLocks noGrp="1"/>
          </p:cNvSpPr>
          <p:nvPr>
            <p:ph type="ftr" sz="quarter" idx="11"/>
          </p:nvPr>
        </p:nvSpPr>
        <p:spPr/>
        <p:txBody>
          <a:bodyPr/>
          <a:lstStyle/>
          <a:p>
            <a:r>
              <a:rPr lang="it-IT"/>
              <a:t>DemoAlgorithm | MaxEnt IRL from demonstrations</a:t>
            </a:r>
            <a:endParaRPr lang="it-IT" dirty="0"/>
          </a:p>
        </p:txBody>
      </p:sp>
    </p:spTree>
    <p:extLst>
      <p:ext uri="{BB962C8B-B14F-4D97-AF65-F5344CB8AC3E}">
        <ns5:creationId val="1189298929"/>
      </p:ext>
    </p:extLst>
  </p:cSld>
  <p:clrMapOvr>
    <a:masterClrMapping/>
  </p:clrMapOvr>
</p:sld>
</file>

<file path=ppt/slides/slide30.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ns2:creationId id="{ACAE4F85-264B-4566-A95C-D1FD7A57AAE0}"/>
              </a:ext>
            </a:extLst>
          </p:cNvPr>
          <p:cNvSpPr>
            <a:spLocks noGrp="1"/>
          </p:cNvSpPr>
          <p:nvPr>
            <p:ph type="title"/>
          </p:nvPr>
        </p:nvSpPr>
        <p:spPr/>
        <p:txBody>
          <a:bodyPr/>
          <a:lstStyle/>
          <a:p>
            <a:r>
              <a:rPr lang="it-IT" dirty="0"/>
              <a:t>Thank you</a:t>
            </a:r>
          </a:p>
        </p:txBody>
      </p:sp>
      <p:sp>
        <p:nvSpPr>
          <p:cNvPr id="5" name="Segnaposto numero diapositiva 4">
            <a:extLst>
              <a:ext uri="{FF2B5EF4-FFF2-40B4-BE49-F238E27FC236}">
                <ns2:creationId id="{8D797D0E-5ECA-4024-80FB-841635BFC6C1}"/>
              </a:ext>
            </a:extLst>
          </p:cNvPr>
          <p:cNvSpPr>
            <a:spLocks noGrp="1"/>
          </p:cNvSpPr>
          <p:nvPr>
            <p:ph type="sldNum" sz="quarter" idx="4294967295"/>
          </p:nvPr>
        </p:nvSpPr>
        <p:spPr>
          <a:xfrm>
            <a:off x="10814538" y="39688"/>
            <a:ext cx="1042500" cy="365125"/>
          </a:xfrm>
        </p:spPr>
        <p:txBody>
          <a:bodyPr/>
          <a:lstStyle/>
          <a:p>
            <a:r>
              <a:rPr/>
              <a:t>30</a:t>
            </a:r>
            <a:endParaRPr lang="it-IT"/>
          </a:p>
        </p:txBody>
      </p:sp>
    </p:spTree>
    <p:extLst>
      <p:ext uri="{BB962C8B-B14F-4D97-AF65-F5344CB8AC3E}">
        <ns3:creationId val="2867388086"/>
      </p:ext>
    </p:extLst>
  </p:cSld>
  <p:clrMapOvr>
    <a:masterClrMapping/>
  </p:clrMapOvr>
</p:sld>
</file>

<file path=ppt/slides/slide31.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ns2:creationId id="{EDA1ED5D-F989-46C3-A24A-E7736CAA3287}"/>
              </a:ext>
            </a:extLst>
          </p:cNvPr>
          <p:cNvSpPr>
            <a:spLocks noGrp="1"/>
          </p:cNvSpPr>
          <p:nvPr>
            <p:ph type="body" sz="quarter" idx="23"/>
          </p:nvPr>
        </p:nvSpPr>
        <p:spPr>
          <a:xfrm>
            <a:off x="600075" y="5231876"/>
            <a:ext cx="3866418" cy="1016547"/>
          </a:xfrm>
        </p:spPr>
        <p:txBody>
          <a:bodyPr>
            <a:normAutofit/>
          </a:bodyPr>
          <a:lstStyle/>
          <a:p>
            <a:r>
              <a:rPr lang="it-IT" dirty="0"/>
              <a:t>Project: sumo-human-feedback-rl</a:t>
            </a:r>
          </a:p>
          <a:p>
            <a:r>
              <a:rPr lang="it-IT" dirty="0"/>
              <a:t>Code: human_feedback_rl/algorithms/demo_algorithm.py</a:t>
            </a:r>
          </a:p>
          <a:p>
            <a:r>
              <a:rPr lang="it-IT" dirty="0"/>
              <a:t>Reports: REPORT_maxent2_no_imitation.html, REPORT_maxent_corrected_DAC.html</a:t>
            </a:r>
          </a:p>
          <a:p>
            <a:r>
              <a:rPr lang="it-IT" dirty="0"/>
              <a:t>Metrics guide: WANDB_DEMO_SAC_GRAPHS.md</a:t>
            </a:r>
          </a:p>
        </p:txBody>
      </p:sp>
    </p:spTree>
    <p:extLst>
      <p:ext uri="{BB962C8B-B14F-4D97-AF65-F5344CB8AC3E}">
        <ns3:creationId val="441028971"/>
      </p:ext>
    </p:extLst>
  </p:cSld>
  <p:clrMapOvr>
    <a:masterClrMapping/>
  </p:clrMapOvr>
</p:sld>
</file>

<file path=ppt/theme/theme1.xml><?xml version="1.0" encoding="utf-8"?>
<a:theme xmlns:a="http://schemas.openxmlformats.org/drawingml/2006/main" name="Interni">
  <a:themeElements>
    <a:clrScheme name="Polimi ppt blu102c53">
      <a:dk1>
        <a:srgbClr val="000000"/>
      </a:dk1>
      <a:lt1>
        <a:srgbClr val="FFFFFF"/>
      </a:lt1>
      <a:dk2>
        <a:srgbClr val="102C53"/>
      </a:dk2>
      <a:lt2>
        <a:srgbClr val="FFFFFF"/>
      </a:lt2>
      <a:accent1>
        <a:srgbClr val="102C53"/>
      </a:accent1>
      <a:accent2>
        <a:srgbClr val="596C87"/>
      </a:accent2>
      <a:accent3>
        <a:srgbClr val="8795A8"/>
      </a:accent3>
      <a:accent4>
        <a:srgbClr val="B7BFCA"/>
      </a:accent4>
      <a:accent5>
        <a:srgbClr val="D0D5DD"/>
      </a:accent5>
      <a:accent6>
        <a:srgbClr val="F3F3F6"/>
      </a:accent6>
      <a:hlink>
        <a:srgbClr val="0000FF"/>
      </a:hlink>
      <a:folHlink>
        <a:srgbClr val="28C8F0"/>
      </a:folHlink>
    </a:clrScheme>
    <a:fontScheme name="caratteri tema manrope">
      <a:majorFont>
        <a:latin typeface="Manrope"/>
        <a:ea typeface=""/>
        <a:cs typeface=""/>
      </a:majorFont>
      <a:minorFont>
        <a:latin typeface="Manro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_manrope_2024_regular" id="{AF503DD6-45CC-4FD9-A316-7E3073ACAABC}" vid="{376A186E-ACA5-4725-B103-CB5852E20BBA}"/>
    </a:ext>
  </a:extLst>
</a:theme>
</file>

<file path=ppt/theme/theme2.xml><?xml version="1.0" encoding="utf-8"?>
<a:theme xmlns:a="http://schemas.openxmlformats.org/drawingml/2006/main" name="Cover">
  <a:themeElements>
    <a:clrScheme name="Polimi ppt blu102c53">
      <a:dk1>
        <a:srgbClr val="000000"/>
      </a:dk1>
      <a:lt1>
        <a:srgbClr val="FFFFFF"/>
      </a:lt1>
      <a:dk2>
        <a:srgbClr val="102C53"/>
      </a:dk2>
      <a:lt2>
        <a:srgbClr val="FFFFFF"/>
      </a:lt2>
      <a:accent1>
        <a:srgbClr val="102C53"/>
      </a:accent1>
      <a:accent2>
        <a:srgbClr val="596C87"/>
      </a:accent2>
      <a:accent3>
        <a:srgbClr val="8795A8"/>
      </a:accent3>
      <a:accent4>
        <a:srgbClr val="B7BFCA"/>
      </a:accent4>
      <a:accent5>
        <a:srgbClr val="D0D5DD"/>
      </a:accent5>
      <a:accent6>
        <a:srgbClr val="F3F3F6"/>
      </a:accent6>
      <a:hlink>
        <a:srgbClr val="0000FF"/>
      </a:hlink>
      <a:folHlink>
        <a:srgbClr val="28C8F0"/>
      </a:folHlink>
    </a:clrScheme>
    <a:fontScheme name="caratteri tema manrope">
      <a:majorFont>
        <a:latin typeface="Manrope"/>
        <a:ea typeface=""/>
        <a:cs typeface=""/>
      </a:majorFont>
      <a:minorFont>
        <a:latin typeface="Manro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_manrope_2024_regular" id="{AF503DD6-45CC-4FD9-A316-7E3073ACAABC}" vid="{376A186E-ACA5-4725-B103-CB5852E20BB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A667F41E32AD944903CA9E447462620" ma:contentTypeVersion="12" ma:contentTypeDescription="Creare un nuovo documento." ma:contentTypeScope="" ma:versionID="b821fca97b300f972c02290925499425">
  <xsd:schema xmlns:xsd="http://www.w3.org/2001/XMLSchema" xmlns:xs="http://www.w3.org/2001/XMLSchema" xmlns:p="http://schemas.microsoft.com/office/2006/metadata/properties" xmlns:ns2="38cd69a3-c9dc-4aff-9004-077ff368026e" xmlns:ns3="b3889a89-2bfb-4cb6-aa24-210fc7f90260" targetNamespace="http://schemas.microsoft.com/office/2006/metadata/properties" ma:root="true" ma:fieldsID="bbcc18fba50dceeb92d9a6f270c49402" ns2:_="" ns3:_="">
    <xsd:import namespace="38cd69a3-c9dc-4aff-9004-077ff368026e"/>
    <xsd:import namespace="b3889a89-2bfb-4cb6-aa24-210fc7f902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cd69a3-c9dc-4aff-9004-077ff36802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Tag immagine" ma:readOnly="false" ma:fieldId="{5cf76f15-5ced-4ddc-b409-7134ff3c332f}" ma:taxonomyMulti="true" ma:sspId="62691f12-1220-44b1-ba48-e77f64da299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3889a89-2bfb-4cb6-aa24-210fc7f9026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1e4df09-ca6f-4ed9-a7f3-04f637a6a423}" ma:internalName="TaxCatchAll" ma:showField="CatchAllData" ma:web="b3889a89-2bfb-4cb6-aa24-210fc7f902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8cd69a3-c9dc-4aff-9004-077ff368026e">
      <Terms xmlns="http://schemas.microsoft.com/office/infopath/2007/PartnerControls"/>
    </lcf76f155ced4ddcb4097134ff3c332f>
    <TaxCatchAll xmlns="b3889a89-2bfb-4cb6-aa24-210fc7f9026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BC5C27C-1C49-4021-8DA7-7006C7839A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cd69a3-c9dc-4aff-9004-077ff368026e"/>
    <ds:schemaRef ds:uri="b3889a89-2bfb-4cb6-aa24-210fc7f902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DB12032-A9DA-4839-8229-314F9C0A8DD0}">
  <ds:schemaRefs>
    <ds:schemaRef ds:uri="http://schemas.microsoft.com/office/2006/metadata/properties"/>
    <ds:schemaRef ds:uri="http://schemas.microsoft.com/office/infopath/2007/PartnerControls"/>
    <ds:schemaRef ds:uri="38cd69a3-c9dc-4aff-9004-077ff368026e"/>
    <ds:schemaRef ds:uri="b3889a89-2bfb-4cb6-aa24-210fc7f90260"/>
  </ds:schemaRefs>
</ds:datastoreItem>
</file>

<file path=customXml/itemProps3.xml><?xml version="1.0" encoding="utf-8"?>
<ds:datastoreItem xmlns:ds="http://schemas.openxmlformats.org/officeDocument/2006/customXml" ds:itemID="{DEAE6444-B201-4205-B136-6F38EDD8F7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ppt_manrope_2024_regular</Template>
  <TotalTime>585</TotalTime>
  <Words>1905</Words>
  <Application>Microsoft Office PowerPoint</Application>
  <PresentationFormat>Widescreen</PresentationFormat>
  <Paragraphs>341</Paragraphs>
  <Slides>31</Slides>
  <Notes>0</Notes>
  <HiddenSlides>0</HiddenSlides>
  <MMClips>0</MMClips>
  <ScaleCrop>false</ScaleCrop>
  <HeadingPairs>
    <vt:vector size="4" baseType="variant">
      <vt:variant>
        <vt:lpstr>Tema</vt:lpstr>
      </vt:variant>
      <vt:variant>
        <vt:i4>2</vt:i4>
      </vt:variant>
      <vt:variant>
        <vt:lpstr>Titoli diapositive</vt:lpstr>
      </vt:variant>
      <vt:variant>
        <vt:i4>31</vt:i4>
      </vt:variant>
    </vt:vector>
  </HeadingPairs>
  <TitlesOfParts>
    <vt:vector size="33" baseType="lpstr">
      <vt:lpstr>Interni</vt:lpstr>
      <vt:lpstr>Cover</vt:lpstr>
      <vt:lpstr>Presentation Title</vt:lpstr>
      <vt:lpstr>Presentation Title</vt:lpstr>
      <vt:lpstr>Presentation Title</vt:lpstr>
      <vt:lpstr>Note per i compilatori  COME UTILIZZARE L’INTESTAZIONE</vt:lpstr>
      <vt:lpstr>Contents / v1</vt:lpstr>
      <vt:lpstr>Contents / v2</vt:lpstr>
      <vt:lpstr>Section</vt:lpstr>
      <vt:lpstr>Title</vt:lpstr>
      <vt:lpstr>Title</vt:lpstr>
      <vt:lpstr>Title</vt:lpstr>
      <vt:lpstr>Title</vt:lpstr>
      <vt:lpstr>Title</vt:lpstr>
      <vt:lpstr>Title</vt:lpstr>
      <vt:lpstr>Table</vt:lpstr>
      <vt:lpstr>Table + text</vt:lpstr>
      <vt:lpstr>Chart</vt:lpstr>
      <vt:lpstr>Chart + text</vt:lpstr>
      <vt:lpstr>Subsection 1</vt:lpstr>
      <vt:lpstr>Title</vt:lpstr>
      <vt:lpstr>Title</vt:lpstr>
      <vt:lpstr>Title</vt:lpstr>
      <vt:lpstr>Title</vt:lpstr>
      <vt:lpstr>Title</vt:lpstr>
      <vt:lpstr>Subsection 2</vt:lpstr>
      <vt:lpstr>Title</vt:lpstr>
      <vt:lpstr>Title</vt:lpstr>
      <vt:lpstr>Title</vt:lpstr>
      <vt:lpstr>Lorem ipsum sit dolor amet</vt:lpstr>
      <vt:lpstr>Lorem ipsum quare id faciam fortasse requiris</vt:lpstr>
      <vt:lpstr>Grazie per l’attenzione</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Camilla Ghironi</dc:creator>
  <cp:lastModifiedBy>Camilla Ghironi</cp:lastModifiedBy>
  <cp:revision>191</cp:revision>
  <dcterms:created xsi:type="dcterms:W3CDTF">2024-06-28T15:03:44Z</dcterms:created>
  <dcterms:modified xsi:type="dcterms:W3CDTF">2026-06-29T12:54:54Z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0x0101004A667F41E32AD944903CA9E447462620</vt:lpwstr>
  </property>
</Properties>
</file>